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5"/>
  </p:notesMasterIdLst>
  <p:sldIdLst>
    <p:sldId id="256" r:id="rId2"/>
    <p:sldId id="258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6" r:id="rId11"/>
    <p:sldId id="317" r:id="rId12"/>
    <p:sldId id="318" r:id="rId13"/>
    <p:sldId id="315" r:id="rId14"/>
  </p:sldIdLst>
  <p:sldSz cx="7559675" cy="10691813"/>
  <p:notesSz cx="6858000" cy="9144000"/>
  <p:embeddedFontLst>
    <p:embeddedFont>
      <p:font typeface="Google Sans Display" panose="020B0503030502040203" pitchFamily="34" charset="0"/>
      <p:regular r:id="rId16"/>
      <p:bold r:id="rId17"/>
      <p:italic r:id="rId18"/>
      <p:boldItalic r:id="rId19"/>
    </p:embeddedFont>
    <p:embeddedFont>
      <p:font typeface="Google Sans Display Medium" panose="020B0603030502040203" pitchFamily="34" charset="0"/>
      <p:regular r:id="rId20"/>
      <p:italic r:id="rId21"/>
    </p:embeddedFont>
    <p:embeddedFont>
      <p:font typeface="Albert Sans" panose="020B0604020202020204" charset="0"/>
      <p:regular r:id="rId22"/>
      <p:bold r:id="rId23"/>
      <p:italic r:id="rId24"/>
      <p:boldItalic r:id="rId25"/>
    </p:embeddedFont>
    <p:embeddedFont>
      <p:font typeface="Parisienne" panose="03020507000000020002" pitchFamily="66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5F7CF7-EE6F-4B3B-90F8-D390D4DB7E74}">
  <a:tblStyle styleId="{8E5F7CF7-EE6F-4B3B-90F8-D390D4DB7E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1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18a42091f8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18a42091f8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5052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8182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069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8286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5151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7259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60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022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911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32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974c76e594_0_24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974c76e594_0_24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1673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>
            <a:off x="211" y="0"/>
            <a:ext cx="7559577" cy="1069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51325" y="2919575"/>
            <a:ext cx="6192600" cy="38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800">
                <a:latin typeface="Google Sans Display" panose="020B050303050204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51325" y="7210225"/>
            <a:ext cx="61926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40950" y="-60400"/>
            <a:ext cx="7772400" cy="10853100"/>
            <a:chOff x="-140950" y="-60400"/>
            <a:chExt cx="7772400" cy="108531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140950" y="2700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-140950" y="5789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-140950" y="8877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-140950" y="11966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-140950" y="15054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-140950" y="18143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-140950" y="21231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-140950" y="24320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-140950" y="27408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-140950" y="30497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-140950" y="33585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-140950" y="36674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-140950" y="39763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-140950" y="42851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-140950" y="45940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-140950" y="49028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-140950" y="52117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-140950" y="55205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-140950" y="58294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-140950" y="61382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-140950" y="64471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2"/>
            <p:cNvCxnSpPr/>
            <p:nvPr/>
          </p:nvCxnSpPr>
          <p:spPr>
            <a:xfrm>
              <a:off x="-140950" y="67559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/>
            <p:nvPr/>
          </p:nvCxnSpPr>
          <p:spPr>
            <a:xfrm>
              <a:off x="-140950" y="70648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2"/>
            <p:cNvCxnSpPr/>
            <p:nvPr/>
          </p:nvCxnSpPr>
          <p:spPr>
            <a:xfrm>
              <a:off x="-140950" y="73737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2"/>
            <p:cNvCxnSpPr/>
            <p:nvPr/>
          </p:nvCxnSpPr>
          <p:spPr>
            <a:xfrm>
              <a:off x="-140950" y="76825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2"/>
            <p:cNvCxnSpPr/>
            <p:nvPr/>
          </p:nvCxnSpPr>
          <p:spPr>
            <a:xfrm>
              <a:off x="-140950" y="79914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9;p2"/>
            <p:cNvCxnSpPr/>
            <p:nvPr/>
          </p:nvCxnSpPr>
          <p:spPr>
            <a:xfrm>
              <a:off x="-140950" y="83002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2"/>
            <p:cNvCxnSpPr/>
            <p:nvPr/>
          </p:nvCxnSpPr>
          <p:spPr>
            <a:xfrm>
              <a:off x="-140950" y="86091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2"/>
            <p:cNvCxnSpPr/>
            <p:nvPr/>
          </p:nvCxnSpPr>
          <p:spPr>
            <a:xfrm>
              <a:off x="-140950" y="89179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2"/>
            <p:cNvCxnSpPr/>
            <p:nvPr/>
          </p:nvCxnSpPr>
          <p:spPr>
            <a:xfrm>
              <a:off x="-140950" y="92268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2"/>
            <p:cNvCxnSpPr/>
            <p:nvPr/>
          </p:nvCxnSpPr>
          <p:spPr>
            <a:xfrm>
              <a:off x="-140950" y="95356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2"/>
            <p:cNvCxnSpPr/>
            <p:nvPr/>
          </p:nvCxnSpPr>
          <p:spPr>
            <a:xfrm>
              <a:off x="-140950" y="98445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2"/>
            <p:cNvCxnSpPr/>
            <p:nvPr/>
          </p:nvCxnSpPr>
          <p:spPr>
            <a:xfrm>
              <a:off x="-140950" y="101533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2"/>
            <p:cNvCxnSpPr/>
            <p:nvPr/>
          </p:nvCxnSpPr>
          <p:spPr>
            <a:xfrm>
              <a:off x="-140950" y="104622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2"/>
            <p:cNvCxnSpPr/>
            <p:nvPr/>
          </p:nvCxnSpPr>
          <p:spPr>
            <a:xfrm>
              <a:off x="523532" y="-60400"/>
              <a:ext cx="0" cy="1085310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3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>
            <a:off x="211" y="0"/>
            <a:ext cx="7559577" cy="1069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3"/>
          <p:cNvGrpSpPr/>
          <p:nvPr/>
        </p:nvGrpSpPr>
        <p:grpSpPr>
          <a:xfrm>
            <a:off x="-140950" y="-60400"/>
            <a:ext cx="7772400" cy="10853100"/>
            <a:chOff x="-140950" y="-60400"/>
            <a:chExt cx="7772400" cy="10853100"/>
          </a:xfrm>
        </p:grpSpPr>
        <p:cxnSp>
          <p:nvCxnSpPr>
            <p:cNvPr id="51" name="Google Shape;51;p3"/>
            <p:cNvCxnSpPr/>
            <p:nvPr/>
          </p:nvCxnSpPr>
          <p:spPr>
            <a:xfrm>
              <a:off x="-140950" y="2700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-140950" y="5789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-140950" y="8877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Google Shape;54;p3"/>
            <p:cNvCxnSpPr/>
            <p:nvPr/>
          </p:nvCxnSpPr>
          <p:spPr>
            <a:xfrm>
              <a:off x="-140950" y="11966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55;p3"/>
            <p:cNvCxnSpPr/>
            <p:nvPr/>
          </p:nvCxnSpPr>
          <p:spPr>
            <a:xfrm>
              <a:off x="-140950" y="15054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3"/>
            <p:cNvCxnSpPr/>
            <p:nvPr/>
          </p:nvCxnSpPr>
          <p:spPr>
            <a:xfrm>
              <a:off x="-140950" y="18143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3"/>
            <p:cNvCxnSpPr/>
            <p:nvPr/>
          </p:nvCxnSpPr>
          <p:spPr>
            <a:xfrm>
              <a:off x="-140950" y="21231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3"/>
            <p:cNvCxnSpPr/>
            <p:nvPr/>
          </p:nvCxnSpPr>
          <p:spPr>
            <a:xfrm>
              <a:off x="-140950" y="24320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3"/>
            <p:cNvCxnSpPr/>
            <p:nvPr/>
          </p:nvCxnSpPr>
          <p:spPr>
            <a:xfrm>
              <a:off x="-140950" y="27408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0;p3"/>
            <p:cNvCxnSpPr/>
            <p:nvPr/>
          </p:nvCxnSpPr>
          <p:spPr>
            <a:xfrm>
              <a:off x="-140950" y="30497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61;p3"/>
            <p:cNvCxnSpPr/>
            <p:nvPr/>
          </p:nvCxnSpPr>
          <p:spPr>
            <a:xfrm>
              <a:off x="-140950" y="33585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3"/>
            <p:cNvCxnSpPr/>
            <p:nvPr/>
          </p:nvCxnSpPr>
          <p:spPr>
            <a:xfrm>
              <a:off x="-140950" y="36674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3"/>
            <p:cNvCxnSpPr/>
            <p:nvPr/>
          </p:nvCxnSpPr>
          <p:spPr>
            <a:xfrm>
              <a:off x="-140950" y="39763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3"/>
            <p:cNvCxnSpPr/>
            <p:nvPr/>
          </p:nvCxnSpPr>
          <p:spPr>
            <a:xfrm>
              <a:off x="-140950" y="42851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3"/>
            <p:cNvCxnSpPr/>
            <p:nvPr/>
          </p:nvCxnSpPr>
          <p:spPr>
            <a:xfrm>
              <a:off x="-140950" y="45940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3"/>
            <p:cNvCxnSpPr/>
            <p:nvPr/>
          </p:nvCxnSpPr>
          <p:spPr>
            <a:xfrm>
              <a:off x="-140950" y="49028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67;p3"/>
            <p:cNvCxnSpPr/>
            <p:nvPr/>
          </p:nvCxnSpPr>
          <p:spPr>
            <a:xfrm>
              <a:off x="-140950" y="52117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3"/>
            <p:cNvCxnSpPr/>
            <p:nvPr/>
          </p:nvCxnSpPr>
          <p:spPr>
            <a:xfrm>
              <a:off x="-140950" y="55205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69;p3"/>
            <p:cNvCxnSpPr/>
            <p:nvPr/>
          </p:nvCxnSpPr>
          <p:spPr>
            <a:xfrm>
              <a:off x="-140950" y="58294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70;p3"/>
            <p:cNvCxnSpPr/>
            <p:nvPr/>
          </p:nvCxnSpPr>
          <p:spPr>
            <a:xfrm>
              <a:off x="-140950" y="61382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3"/>
            <p:cNvCxnSpPr/>
            <p:nvPr/>
          </p:nvCxnSpPr>
          <p:spPr>
            <a:xfrm>
              <a:off x="-140950" y="64471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3"/>
            <p:cNvCxnSpPr/>
            <p:nvPr/>
          </p:nvCxnSpPr>
          <p:spPr>
            <a:xfrm>
              <a:off x="-140950" y="67559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3"/>
            <p:cNvCxnSpPr/>
            <p:nvPr/>
          </p:nvCxnSpPr>
          <p:spPr>
            <a:xfrm>
              <a:off x="-140950" y="70648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3"/>
            <p:cNvCxnSpPr/>
            <p:nvPr/>
          </p:nvCxnSpPr>
          <p:spPr>
            <a:xfrm>
              <a:off x="-140950" y="73737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3"/>
            <p:cNvCxnSpPr/>
            <p:nvPr/>
          </p:nvCxnSpPr>
          <p:spPr>
            <a:xfrm>
              <a:off x="-140950" y="76825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6;p3"/>
            <p:cNvCxnSpPr/>
            <p:nvPr/>
          </p:nvCxnSpPr>
          <p:spPr>
            <a:xfrm>
              <a:off x="-140950" y="79914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3"/>
            <p:cNvCxnSpPr/>
            <p:nvPr/>
          </p:nvCxnSpPr>
          <p:spPr>
            <a:xfrm>
              <a:off x="-140950" y="83002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3"/>
            <p:cNvCxnSpPr/>
            <p:nvPr/>
          </p:nvCxnSpPr>
          <p:spPr>
            <a:xfrm>
              <a:off x="-140950" y="86091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3"/>
            <p:cNvCxnSpPr/>
            <p:nvPr/>
          </p:nvCxnSpPr>
          <p:spPr>
            <a:xfrm>
              <a:off x="-140950" y="89179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3"/>
            <p:cNvCxnSpPr/>
            <p:nvPr/>
          </p:nvCxnSpPr>
          <p:spPr>
            <a:xfrm>
              <a:off x="-140950" y="92268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3"/>
            <p:cNvCxnSpPr/>
            <p:nvPr/>
          </p:nvCxnSpPr>
          <p:spPr>
            <a:xfrm>
              <a:off x="-140950" y="95356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Google Shape;82;p3"/>
            <p:cNvCxnSpPr/>
            <p:nvPr/>
          </p:nvCxnSpPr>
          <p:spPr>
            <a:xfrm>
              <a:off x="-140950" y="98445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3"/>
            <p:cNvCxnSpPr/>
            <p:nvPr/>
          </p:nvCxnSpPr>
          <p:spPr>
            <a:xfrm>
              <a:off x="-140950" y="101533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3"/>
            <p:cNvCxnSpPr/>
            <p:nvPr/>
          </p:nvCxnSpPr>
          <p:spPr>
            <a:xfrm>
              <a:off x="-140950" y="104622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" name="Google Shape;85;p3"/>
            <p:cNvCxnSpPr/>
            <p:nvPr/>
          </p:nvCxnSpPr>
          <p:spPr>
            <a:xfrm>
              <a:off x="523532" y="-60400"/>
              <a:ext cx="0" cy="1085310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6" name="Google Shape;86;p3"/>
          <p:cNvSpPr txBox="1">
            <a:spLocks noGrp="1"/>
          </p:cNvSpPr>
          <p:nvPr>
            <p:ph type="title"/>
          </p:nvPr>
        </p:nvSpPr>
        <p:spPr>
          <a:xfrm>
            <a:off x="944479" y="4471055"/>
            <a:ext cx="56709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Google Sans Display" panose="020B050303050204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87" name="Google Shape;87;p3"/>
          <p:cNvSpPr txBox="1">
            <a:spLocks noGrp="1"/>
          </p:cNvSpPr>
          <p:nvPr>
            <p:ph type="title" idx="2" hasCustomPrompt="1"/>
          </p:nvPr>
        </p:nvSpPr>
        <p:spPr>
          <a:xfrm>
            <a:off x="944475" y="2623675"/>
            <a:ext cx="56709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Google Sans Display" panose="020B0503030502040203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88" name="Google Shape;88;p3"/>
          <p:cNvSpPr txBox="1">
            <a:spLocks noGrp="1"/>
          </p:cNvSpPr>
          <p:nvPr>
            <p:ph type="subTitle" idx="1"/>
          </p:nvPr>
        </p:nvSpPr>
        <p:spPr>
          <a:xfrm>
            <a:off x="944625" y="6766775"/>
            <a:ext cx="56709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>
            <a:off x="211" y="0"/>
            <a:ext cx="7559577" cy="1069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4"/>
          <p:cNvGrpSpPr/>
          <p:nvPr/>
        </p:nvGrpSpPr>
        <p:grpSpPr>
          <a:xfrm>
            <a:off x="-140950" y="-60400"/>
            <a:ext cx="7772400" cy="10853100"/>
            <a:chOff x="-140950" y="-60400"/>
            <a:chExt cx="7772400" cy="10853100"/>
          </a:xfrm>
        </p:grpSpPr>
        <p:cxnSp>
          <p:nvCxnSpPr>
            <p:cNvPr id="92" name="Google Shape;92;p4"/>
            <p:cNvCxnSpPr/>
            <p:nvPr/>
          </p:nvCxnSpPr>
          <p:spPr>
            <a:xfrm>
              <a:off x="-140950" y="2700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4"/>
            <p:cNvCxnSpPr/>
            <p:nvPr/>
          </p:nvCxnSpPr>
          <p:spPr>
            <a:xfrm>
              <a:off x="-140950" y="5789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4"/>
            <p:cNvCxnSpPr/>
            <p:nvPr/>
          </p:nvCxnSpPr>
          <p:spPr>
            <a:xfrm>
              <a:off x="-140950" y="8877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4"/>
            <p:cNvCxnSpPr/>
            <p:nvPr/>
          </p:nvCxnSpPr>
          <p:spPr>
            <a:xfrm>
              <a:off x="-140950" y="11966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" name="Google Shape;96;p4"/>
            <p:cNvCxnSpPr/>
            <p:nvPr/>
          </p:nvCxnSpPr>
          <p:spPr>
            <a:xfrm>
              <a:off x="-140950" y="15054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4"/>
            <p:cNvCxnSpPr/>
            <p:nvPr/>
          </p:nvCxnSpPr>
          <p:spPr>
            <a:xfrm>
              <a:off x="-140950" y="18143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4"/>
            <p:cNvCxnSpPr/>
            <p:nvPr/>
          </p:nvCxnSpPr>
          <p:spPr>
            <a:xfrm>
              <a:off x="-140950" y="21231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4"/>
            <p:cNvCxnSpPr/>
            <p:nvPr/>
          </p:nvCxnSpPr>
          <p:spPr>
            <a:xfrm>
              <a:off x="-140950" y="24320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4"/>
            <p:cNvCxnSpPr/>
            <p:nvPr/>
          </p:nvCxnSpPr>
          <p:spPr>
            <a:xfrm>
              <a:off x="-140950" y="27408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4"/>
            <p:cNvCxnSpPr/>
            <p:nvPr/>
          </p:nvCxnSpPr>
          <p:spPr>
            <a:xfrm>
              <a:off x="-140950" y="30497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4"/>
            <p:cNvCxnSpPr/>
            <p:nvPr/>
          </p:nvCxnSpPr>
          <p:spPr>
            <a:xfrm>
              <a:off x="-140950" y="33585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4"/>
            <p:cNvCxnSpPr/>
            <p:nvPr/>
          </p:nvCxnSpPr>
          <p:spPr>
            <a:xfrm>
              <a:off x="-140950" y="36674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4"/>
            <p:cNvCxnSpPr/>
            <p:nvPr/>
          </p:nvCxnSpPr>
          <p:spPr>
            <a:xfrm>
              <a:off x="-140950" y="39763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4"/>
            <p:cNvCxnSpPr/>
            <p:nvPr/>
          </p:nvCxnSpPr>
          <p:spPr>
            <a:xfrm>
              <a:off x="-140950" y="42851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4"/>
            <p:cNvCxnSpPr/>
            <p:nvPr/>
          </p:nvCxnSpPr>
          <p:spPr>
            <a:xfrm>
              <a:off x="-140950" y="45940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" name="Google Shape;107;p4"/>
            <p:cNvCxnSpPr/>
            <p:nvPr/>
          </p:nvCxnSpPr>
          <p:spPr>
            <a:xfrm>
              <a:off x="-140950" y="49028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" name="Google Shape;108;p4"/>
            <p:cNvCxnSpPr/>
            <p:nvPr/>
          </p:nvCxnSpPr>
          <p:spPr>
            <a:xfrm>
              <a:off x="-140950" y="52117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4"/>
            <p:cNvCxnSpPr/>
            <p:nvPr/>
          </p:nvCxnSpPr>
          <p:spPr>
            <a:xfrm>
              <a:off x="-140950" y="55205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4"/>
            <p:cNvCxnSpPr/>
            <p:nvPr/>
          </p:nvCxnSpPr>
          <p:spPr>
            <a:xfrm>
              <a:off x="-140950" y="58294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4"/>
            <p:cNvCxnSpPr/>
            <p:nvPr/>
          </p:nvCxnSpPr>
          <p:spPr>
            <a:xfrm>
              <a:off x="-140950" y="61382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4"/>
            <p:cNvCxnSpPr/>
            <p:nvPr/>
          </p:nvCxnSpPr>
          <p:spPr>
            <a:xfrm>
              <a:off x="-140950" y="64471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4"/>
            <p:cNvCxnSpPr/>
            <p:nvPr/>
          </p:nvCxnSpPr>
          <p:spPr>
            <a:xfrm>
              <a:off x="-140950" y="67559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4"/>
            <p:cNvCxnSpPr/>
            <p:nvPr/>
          </p:nvCxnSpPr>
          <p:spPr>
            <a:xfrm>
              <a:off x="-140950" y="70648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4"/>
            <p:cNvCxnSpPr/>
            <p:nvPr/>
          </p:nvCxnSpPr>
          <p:spPr>
            <a:xfrm>
              <a:off x="-140950" y="73737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140950" y="76825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140950" y="79914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140950" y="83002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140950" y="86091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140950" y="89179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140950" y="92268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-140950" y="95356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-140950" y="98445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Google Shape;124;p4"/>
            <p:cNvCxnSpPr/>
            <p:nvPr/>
          </p:nvCxnSpPr>
          <p:spPr>
            <a:xfrm>
              <a:off x="-140950" y="101533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4"/>
            <p:cNvCxnSpPr/>
            <p:nvPr/>
          </p:nvCxnSpPr>
          <p:spPr>
            <a:xfrm>
              <a:off x="-140950" y="104622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4"/>
            <p:cNvCxnSpPr/>
            <p:nvPr/>
          </p:nvCxnSpPr>
          <p:spPr>
            <a:xfrm>
              <a:off x="523532" y="-60400"/>
              <a:ext cx="0" cy="1085310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732750" y="685800"/>
            <a:ext cx="63114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latin typeface="Google Sans Display" panose="020B0503030502040203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732625" y="2156400"/>
            <a:ext cx="6311400" cy="78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8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>
            <a:off x="211" y="0"/>
            <a:ext cx="7559577" cy="1069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8"/>
          <p:cNvGrpSpPr/>
          <p:nvPr/>
        </p:nvGrpSpPr>
        <p:grpSpPr>
          <a:xfrm>
            <a:off x="-140950" y="-60400"/>
            <a:ext cx="7772400" cy="10853100"/>
            <a:chOff x="-140950" y="-60400"/>
            <a:chExt cx="7772400" cy="10853100"/>
          </a:xfrm>
        </p:grpSpPr>
        <p:cxnSp>
          <p:nvCxnSpPr>
            <p:cNvPr id="254" name="Google Shape;254;p8"/>
            <p:cNvCxnSpPr/>
            <p:nvPr/>
          </p:nvCxnSpPr>
          <p:spPr>
            <a:xfrm>
              <a:off x="-140950" y="2700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8"/>
            <p:cNvCxnSpPr/>
            <p:nvPr/>
          </p:nvCxnSpPr>
          <p:spPr>
            <a:xfrm>
              <a:off x="-140950" y="5789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8"/>
            <p:cNvCxnSpPr/>
            <p:nvPr/>
          </p:nvCxnSpPr>
          <p:spPr>
            <a:xfrm>
              <a:off x="-140950" y="8877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" name="Google Shape;257;p8"/>
            <p:cNvCxnSpPr/>
            <p:nvPr/>
          </p:nvCxnSpPr>
          <p:spPr>
            <a:xfrm>
              <a:off x="-140950" y="11966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8"/>
            <p:cNvCxnSpPr/>
            <p:nvPr/>
          </p:nvCxnSpPr>
          <p:spPr>
            <a:xfrm>
              <a:off x="-140950" y="15054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Google Shape;259;p8"/>
            <p:cNvCxnSpPr/>
            <p:nvPr/>
          </p:nvCxnSpPr>
          <p:spPr>
            <a:xfrm>
              <a:off x="-140950" y="18143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8"/>
            <p:cNvCxnSpPr/>
            <p:nvPr/>
          </p:nvCxnSpPr>
          <p:spPr>
            <a:xfrm>
              <a:off x="-140950" y="21231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" name="Google Shape;261;p8"/>
            <p:cNvCxnSpPr/>
            <p:nvPr/>
          </p:nvCxnSpPr>
          <p:spPr>
            <a:xfrm>
              <a:off x="-140950" y="24320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8"/>
            <p:cNvCxnSpPr/>
            <p:nvPr/>
          </p:nvCxnSpPr>
          <p:spPr>
            <a:xfrm>
              <a:off x="-140950" y="27408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8"/>
            <p:cNvCxnSpPr/>
            <p:nvPr/>
          </p:nvCxnSpPr>
          <p:spPr>
            <a:xfrm>
              <a:off x="-140950" y="30497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" name="Google Shape;264;p8"/>
            <p:cNvCxnSpPr/>
            <p:nvPr/>
          </p:nvCxnSpPr>
          <p:spPr>
            <a:xfrm>
              <a:off x="-140950" y="33585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" name="Google Shape;265;p8"/>
            <p:cNvCxnSpPr/>
            <p:nvPr/>
          </p:nvCxnSpPr>
          <p:spPr>
            <a:xfrm>
              <a:off x="-140950" y="36674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" name="Google Shape;266;p8"/>
            <p:cNvCxnSpPr/>
            <p:nvPr/>
          </p:nvCxnSpPr>
          <p:spPr>
            <a:xfrm>
              <a:off x="-140950" y="39763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" name="Google Shape;267;p8"/>
            <p:cNvCxnSpPr/>
            <p:nvPr/>
          </p:nvCxnSpPr>
          <p:spPr>
            <a:xfrm>
              <a:off x="-140950" y="42851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" name="Google Shape;268;p8"/>
            <p:cNvCxnSpPr/>
            <p:nvPr/>
          </p:nvCxnSpPr>
          <p:spPr>
            <a:xfrm>
              <a:off x="-140950" y="45940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" name="Google Shape;269;p8"/>
            <p:cNvCxnSpPr/>
            <p:nvPr/>
          </p:nvCxnSpPr>
          <p:spPr>
            <a:xfrm>
              <a:off x="-140950" y="49028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" name="Google Shape;270;p8"/>
            <p:cNvCxnSpPr/>
            <p:nvPr/>
          </p:nvCxnSpPr>
          <p:spPr>
            <a:xfrm>
              <a:off x="-140950" y="52117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1" name="Google Shape;271;p8"/>
            <p:cNvCxnSpPr/>
            <p:nvPr/>
          </p:nvCxnSpPr>
          <p:spPr>
            <a:xfrm>
              <a:off x="-140950" y="55205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" name="Google Shape;272;p8"/>
            <p:cNvCxnSpPr/>
            <p:nvPr/>
          </p:nvCxnSpPr>
          <p:spPr>
            <a:xfrm>
              <a:off x="-140950" y="58294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3" name="Google Shape;273;p8"/>
            <p:cNvCxnSpPr/>
            <p:nvPr/>
          </p:nvCxnSpPr>
          <p:spPr>
            <a:xfrm>
              <a:off x="-140950" y="61382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8"/>
            <p:cNvCxnSpPr/>
            <p:nvPr/>
          </p:nvCxnSpPr>
          <p:spPr>
            <a:xfrm>
              <a:off x="-140950" y="64471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8"/>
            <p:cNvCxnSpPr/>
            <p:nvPr/>
          </p:nvCxnSpPr>
          <p:spPr>
            <a:xfrm>
              <a:off x="-140950" y="67559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" name="Google Shape;276;p8"/>
            <p:cNvCxnSpPr/>
            <p:nvPr/>
          </p:nvCxnSpPr>
          <p:spPr>
            <a:xfrm>
              <a:off x="-140950" y="70648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" name="Google Shape;277;p8"/>
            <p:cNvCxnSpPr/>
            <p:nvPr/>
          </p:nvCxnSpPr>
          <p:spPr>
            <a:xfrm>
              <a:off x="-140950" y="73737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8"/>
            <p:cNvCxnSpPr/>
            <p:nvPr/>
          </p:nvCxnSpPr>
          <p:spPr>
            <a:xfrm>
              <a:off x="-140950" y="76825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8"/>
            <p:cNvCxnSpPr/>
            <p:nvPr/>
          </p:nvCxnSpPr>
          <p:spPr>
            <a:xfrm>
              <a:off x="-140950" y="79914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8"/>
            <p:cNvCxnSpPr/>
            <p:nvPr/>
          </p:nvCxnSpPr>
          <p:spPr>
            <a:xfrm>
              <a:off x="-140950" y="83002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8"/>
            <p:cNvCxnSpPr/>
            <p:nvPr/>
          </p:nvCxnSpPr>
          <p:spPr>
            <a:xfrm>
              <a:off x="-140950" y="86091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8"/>
            <p:cNvCxnSpPr/>
            <p:nvPr/>
          </p:nvCxnSpPr>
          <p:spPr>
            <a:xfrm>
              <a:off x="-140950" y="89179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8"/>
            <p:cNvCxnSpPr/>
            <p:nvPr/>
          </p:nvCxnSpPr>
          <p:spPr>
            <a:xfrm>
              <a:off x="-140950" y="92268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" name="Google Shape;284;p8"/>
            <p:cNvCxnSpPr/>
            <p:nvPr/>
          </p:nvCxnSpPr>
          <p:spPr>
            <a:xfrm>
              <a:off x="-140950" y="95356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Google Shape;285;p8"/>
            <p:cNvCxnSpPr/>
            <p:nvPr/>
          </p:nvCxnSpPr>
          <p:spPr>
            <a:xfrm>
              <a:off x="-140950" y="98445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" name="Google Shape;286;p8"/>
            <p:cNvCxnSpPr/>
            <p:nvPr/>
          </p:nvCxnSpPr>
          <p:spPr>
            <a:xfrm>
              <a:off x="-140950" y="101533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" name="Google Shape;287;p8"/>
            <p:cNvCxnSpPr/>
            <p:nvPr/>
          </p:nvCxnSpPr>
          <p:spPr>
            <a:xfrm>
              <a:off x="-140950" y="104622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8"/>
            <p:cNvCxnSpPr/>
            <p:nvPr/>
          </p:nvCxnSpPr>
          <p:spPr>
            <a:xfrm>
              <a:off x="523532" y="-60400"/>
              <a:ext cx="0" cy="1085310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9" name="Google Shape;289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Google Sans Display" panose="020B0503030502040203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1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>
            <a:off x="211" y="0"/>
            <a:ext cx="7559577" cy="1069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11"/>
          <p:cNvGrpSpPr/>
          <p:nvPr/>
        </p:nvGrpSpPr>
        <p:grpSpPr>
          <a:xfrm>
            <a:off x="-140950" y="-60400"/>
            <a:ext cx="7772400" cy="10853100"/>
            <a:chOff x="-140950" y="-60400"/>
            <a:chExt cx="7772400" cy="10853100"/>
          </a:xfrm>
        </p:grpSpPr>
        <p:cxnSp>
          <p:nvCxnSpPr>
            <p:cNvPr id="335" name="Google Shape;335;p11"/>
            <p:cNvCxnSpPr/>
            <p:nvPr/>
          </p:nvCxnSpPr>
          <p:spPr>
            <a:xfrm>
              <a:off x="-140950" y="2700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336;p11"/>
            <p:cNvCxnSpPr/>
            <p:nvPr/>
          </p:nvCxnSpPr>
          <p:spPr>
            <a:xfrm>
              <a:off x="-140950" y="5789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11"/>
            <p:cNvCxnSpPr/>
            <p:nvPr/>
          </p:nvCxnSpPr>
          <p:spPr>
            <a:xfrm>
              <a:off x="-140950" y="8877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11"/>
            <p:cNvCxnSpPr/>
            <p:nvPr/>
          </p:nvCxnSpPr>
          <p:spPr>
            <a:xfrm>
              <a:off x="-140950" y="11966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11"/>
            <p:cNvCxnSpPr/>
            <p:nvPr/>
          </p:nvCxnSpPr>
          <p:spPr>
            <a:xfrm>
              <a:off x="-140950" y="15054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340;p11"/>
            <p:cNvCxnSpPr/>
            <p:nvPr/>
          </p:nvCxnSpPr>
          <p:spPr>
            <a:xfrm>
              <a:off x="-140950" y="18143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Google Shape;341;p11"/>
            <p:cNvCxnSpPr/>
            <p:nvPr/>
          </p:nvCxnSpPr>
          <p:spPr>
            <a:xfrm>
              <a:off x="-140950" y="21231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" name="Google Shape;342;p11"/>
            <p:cNvCxnSpPr/>
            <p:nvPr/>
          </p:nvCxnSpPr>
          <p:spPr>
            <a:xfrm>
              <a:off x="-140950" y="24320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" name="Google Shape;343;p11"/>
            <p:cNvCxnSpPr/>
            <p:nvPr/>
          </p:nvCxnSpPr>
          <p:spPr>
            <a:xfrm>
              <a:off x="-140950" y="27408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" name="Google Shape;344;p11"/>
            <p:cNvCxnSpPr/>
            <p:nvPr/>
          </p:nvCxnSpPr>
          <p:spPr>
            <a:xfrm>
              <a:off x="-140950" y="30497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" name="Google Shape;345;p11"/>
            <p:cNvCxnSpPr/>
            <p:nvPr/>
          </p:nvCxnSpPr>
          <p:spPr>
            <a:xfrm>
              <a:off x="-140950" y="33585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" name="Google Shape;346;p11"/>
            <p:cNvCxnSpPr/>
            <p:nvPr/>
          </p:nvCxnSpPr>
          <p:spPr>
            <a:xfrm>
              <a:off x="-140950" y="36674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" name="Google Shape;347;p11"/>
            <p:cNvCxnSpPr/>
            <p:nvPr/>
          </p:nvCxnSpPr>
          <p:spPr>
            <a:xfrm>
              <a:off x="-140950" y="39763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" name="Google Shape;348;p11"/>
            <p:cNvCxnSpPr/>
            <p:nvPr/>
          </p:nvCxnSpPr>
          <p:spPr>
            <a:xfrm>
              <a:off x="-140950" y="42851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" name="Google Shape;349;p11"/>
            <p:cNvCxnSpPr/>
            <p:nvPr/>
          </p:nvCxnSpPr>
          <p:spPr>
            <a:xfrm>
              <a:off x="-140950" y="45940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" name="Google Shape;350;p11"/>
            <p:cNvCxnSpPr/>
            <p:nvPr/>
          </p:nvCxnSpPr>
          <p:spPr>
            <a:xfrm>
              <a:off x="-140950" y="49028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p11"/>
            <p:cNvCxnSpPr/>
            <p:nvPr/>
          </p:nvCxnSpPr>
          <p:spPr>
            <a:xfrm>
              <a:off x="-140950" y="52117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11"/>
            <p:cNvCxnSpPr/>
            <p:nvPr/>
          </p:nvCxnSpPr>
          <p:spPr>
            <a:xfrm>
              <a:off x="-140950" y="55205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" name="Google Shape;353;p11"/>
            <p:cNvCxnSpPr/>
            <p:nvPr/>
          </p:nvCxnSpPr>
          <p:spPr>
            <a:xfrm>
              <a:off x="-140950" y="58294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" name="Google Shape;354;p11"/>
            <p:cNvCxnSpPr/>
            <p:nvPr/>
          </p:nvCxnSpPr>
          <p:spPr>
            <a:xfrm>
              <a:off x="-140950" y="61382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" name="Google Shape;355;p11"/>
            <p:cNvCxnSpPr/>
            <p:nvPr/>
          </p:nvCxnSpPr>
          <p:spPr>
            <a:xfrm>
              <a:off x="-140950" y="64471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" name="Google Shape;356;p11"/>
            <p:cNvCxnSpPr/>
            <p:nvPr/>
          </p:nvCxnSpPr>
          <p:spPr>
            <a:xfrm>
              <a:off x="-140950" y="67559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" name="Google Shape;357;p11"/>
            <p:cNvCxnSpPr/>
            <p:nvPr/>
          </p:nvCxnSpPr>
          <p:spPr>
            <a:xfrm>
              <a:off x="-140950" y="70648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" name="Google Shape;358;p11"/>
            <p:cNvCxnSpPr/>
            <p:nvPr/>
          </p:nvCxnSpPr>
          <p:spPr>
            <a:xfrm>
              <a:off x="-140950" y="73737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" name="Google Shape;359;p11"/>
            <p:cNvCxnSpPr/>
            <p:nvPr/>
          </p:nvCxnSpPr>
          <p:spPr>
            <a:xfrm>
              <a:off x="-140950" y="76825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" name="Google Shape;360;p11"/>
            <p:cNvCxnSpPr/>
            <p:nvPr/>
          </p:nvCxnSpPr>
          <p:spPr>
            <a:xfrm>
              <a:off x="-140950" y="79914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" name="Google Shape;361;p11"/>
            <p:cNvCxnSpPr/>
            <p:nvPr/>
          </p:nvCxnSpPr>
          <p:spPr>
            <a:xfrm>
              <a:off x="-140950" y="83002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" name="Google Shape;362;p11"/>
            <p:cNvCxnSpPr/>
            <p:nvPr/>
          </p:nvCxnSpPr>
          <p:spPr>
            <a:xfrm>
              <a:off x="-140950" y="86091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" name="Google Shape;363;p11"/>
            <p:cNvCxnSpPr/>
            <p:nvPr/>
          </p:nvCxnSpPr>
          <p:spPr>
            <a:xfrm>
              <a:off x="-140950" y="89179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" name="Google Shape;364;p11"/>
            <p:cNvCxnSpPr/>
            <p:nvPr/>
          </p:nvCxnSpPr>
          <p:spPr>
            <a:xfrm>
              <a:off x="-140950" y="92268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11"/>
            <p:cNvCxnSpPr/>
            <p:nvPr/>
          </p:nvCxnSpPr>
          <p:spPr>
            <a:xfrm>
              <a:off x="-140950" y="95356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11"/>
            <p:cNvCxnSpPr/>
            <p:nvPr/>
          </p:nvCxnSpPr>
          <p:spPr>
            <a:xfrm>
              <a:off x="-140950" y="98445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" name="Google Shape;367;p11"/>
            <p:cNvCxnSpPr/>
            <p:nvPr/>
          </p:nvCxnSpPr>
          <p:spPr>
            <a:xfrm>
              <a:off x="-140950" y="101533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Google Shape;368;p11"/>
            <p:cNvCxnSpPr/>
            <p:nvPr/>
          </p:nvCxnSpPr>
          <p:spPr>
            <a:xfrm>
              <a:off x="-140950" y="104622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9" name="Google Shape;369;p11"/>
            <p:cNvCxnSpPr/>
            <p:nvPr/>
          </p:nvCxnSpPr>
          <p:spPr>
            <a:xfrm>
              <a:off x="523532" y="-60400"/>
              <a:ext cx="0" cy="1085310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0" name="Google Shape;370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Google Sans Display" panose="020B050303050204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371" name="Google Shape;371;p11"/>
          <p:cNvSpPr txBox="1">
            <a:spLocks noGrp="1"/>
          </p:cNvSpPr>
          <p:nvPr>
            <p:ph type="subTitle" idx="1"/>
          </p:nvPr>
        </p:nvSpPr>
        <p:spPr>
          <a:xfrm>
            <a:off x="1228125" y="6766775"/>
            <a:ext cx="5387400" cy="12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16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>
            <a:off x="211" y="0"/>
            <a:ext cx="7559577" cy="1069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2" name="Google Shape;522;p16"/>
          <p:cNvGrpSpPr/>
          <p:nvPr/>
        </p:nvGrpSpPr>
        <p:grpSpPr>
          <a:xfrm>
            <a:off x="-140950" y="-60400"/>
            <a:ext cx="7772400" cy="10853100"/>
            <a:chOff x="-140950" y="-60400"/>
            <a:chExt cx="7772400" cy="10853100"/>
          </a:xfrm>
        </p:grpSpPr>
        <p:cxnSp>
          <p:nvCxnSpPr>
            <p:cNvPr id="523" name="Google Shape;523;p16"/>
            <p:cNvCxnSpPr/>
            <p:nvPr/>
          </p:nvCxnSpPr>
          <p:spPr>
            <a:xfrm>
              <a:off x="-140950" y="2700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4" name="Google Shape;524;p16"/>
            <p:cNvCxnSpPr/>
            <p:nvPr/>
          </p:nvCxnSpPr>
          <p:spPr>
            <a:xfrm>
              <a:off x="-140950" y="5789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5" name="Google Shape;525;p16"/>
            <p:cNvCxnSpPr/>
            <p:nvPr/>
          </p:nvCxnSpPr>
          <p:spPr>
            <a:xfrm>
              <a:off x="-140950" y="8877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6" name="Google Shape;526;p16"/>
            <p:cNvCxnSpPr/>
            <p:nvPr/>
          </p:nvCxnSpPr>
          <p:spPr>
            <a:xfrm>
              <a:off x="-140950" y="11966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Google Shape;527;p16"/>
            <p:cNvCxnSpPr/>
            <p:nvPr/>
          </p:nvCxnSpPr>
          <p:spPr>
            <a:xfrm>
              <a:off x="-140950" y="15054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8" name="Google Shape;528;p16"/>
            <p:cNvCxnSpPr/>
            <p:nvPr/>
          </p:nvCxnSpPr>
          <p:spPr>
            <a:xfrm>
              <a:off x="-140950" y="18143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9" name="Google Shape;529;p16"/>
            <p:cNvCxnSpPr/>
            <p:nvPr/>
          </p:nvCxnSpPr>
          <p:spPr>
            <a:xfrm>
              <a:off x="-140950" y="21231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0" name="Google Shape;530;p16"/>
            <p:cNvCxnSpPr/>
            <p:nvPr/>
          </p:nvCxnSpPr>
          <p:spPr>
            <a:xfrm>
              <a:off x="-140950" y="24320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1" name="Google Shape;531;p16"/>
            <p:cNvCxnSpPr/>
            <p:nvPr/>
          </p:nvCxnSpPr>
          <p:spPr>
            <a:xfrm>
              <a:off x="-140950" y="27408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532;p16"/>
            <p:cNvCxnSpPr/>
            <p:nvPr/>
          </p:nvCxnSpPr>
          <p:spPr>
            <a:xfrm>
              <a:off x="-140950" y="30497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533;p16"/>
            <p:cNvCxnSpPr/>
            <p:nvPr/>
          </p:nvCxnSpPr>
          <p:spPr>
            <a:xfrm>
              <a:off x="-140950" y="33585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4" name="Google Shape;534;p16"/>
            <p:cNvCxnSpPr/>
            <p:nvPr/>
          </p:nvCxnSpPr>
          <p:spPr>
            <a:xfrm>
              <a:off x="-140950" y="36674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" name="Google Shape;535;p16"/>
            <p:cNvCxnSpPr/>
            <p:nvPr/>
          </p:nvCxnSpPr>
          <p:spPr>
            <a:xfrm>
              <a:off x="-140950" y="39763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6" name="Google Shape;536;p16"/>
            <p:cNvCxnSpPr/>
            <p:nvPr/>
          </p:nvCxnSpPr>
          <p:spPr>
            <a:xfrm>
              <a:off x="-140950" y="42851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16"/>
            <p:cNvCxnSpPr/>
            <p:nvPr/>
          </p:nvCxnSpPr>
          <p:spPr>
            <a:xfrm>
              <a:off x="-140950" y="45940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16"/>
            <p:cNvCxnSpPr/>
            <p:nvPr/>
          </p:nvCxnSpPr>
          <p:spPr>
            <a:xfrm>
              <a:off x="-140950" y="49028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9" name="Google Shape;539;p16"/>
            <p:cNvCxnSpPr/>
            <p:nvPr/>
          </p:nvCxnSpPr>
          <p:spPr>
            <a:xfrm>
              <a:off x="-140950" y="52117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0" name="Google Shape;540;p16"/>
            <p:cNvCxnSpPr/>
            <p:nvPr/>
          </p:nvCxnSpPr>
          <p:spPr>
            <a:xfrm>
              <a:off x="-140950" y="55205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1" name="Google Shape;541;p16"/>
            <p:cNvCxnSpPr/>
            <p:nvPr/>
          </p:nvCxnSpPr>
          <p:spPr>
            <a:xfrm>
              <a:off x="-140950" y="58294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2" name="Google Shape;542;p16"/>
            <p:cNvCxnSpPr/>
            <p:nvPr/>
          </p:nvCxnSpPr>
          <p:spPr>
            <a:xfrm>
              <a:off x="-140950" y="61382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3" name="Google Shape;543;p16"/>
            <p:cNvCxnSpPr/>
            <p:nvPr/>
          </p:nvCxnSpPr>
          <p:spPr>
            <a:xfrm>
              <a:off x="-140950" y="64471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16"/>
            <p:cNvCxnSpPr/>
            <p:nvPr/>
          </p:nvCxnSpPr>
          <p:spPr>
            <a:xfrm>
              <a:off x="-140950" y="67559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5" name="Google Shape;545;p16"/>
            <p:cNvCxnSpPr/>
            <p:nvPr/>
          </p:nvCxnSpPr>
          <p:spPr>
            <a:xfrm>
              <a:off x="-140950" y="70648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6" name="Google Shape;546;p16"/>
            <p:cNvCxnSpPr/>
            <p:nvPr/>
          </p:nvCxnSpPr>
          <p:spPr>
            <a:xfrm>
              <a:off x="-140950" y="73737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7" name="Google Shape;547;p16"/>
            <p:cNvCxnSpPr/>
            <p:nvPr/>
          </p:nvCxnSpPr>
          <p:spPr>
            <a:xfrm>
              <a:off x="-140950" y="76825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" name="Google Shape;548;p16"/>
            <p:cNvCxnSpPr/>
            <p:nvPr/>
          </p:nvCxnSpPr>
          <p:spPr>
            <a:xfrm>
              <a:off x="-140950" y="79914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9" name="Google Shape;549;p16"/>
            <p:cNvCxnSpPr/>
            <p:nvPr/>
          </p:nvCxnSpPr>
          <p:spPr>
            <a:xfrm>
              <a:off x="-140950" y="83002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0" name="Google Shape;550;p16"/>
            <p:cNvCxnSpPr/>
            <p:nvPr/>
          </p:nvCxnSpPr>
          <p:spPr>
            <a:xfrm>
              <a:off x="-140950" y="86091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1" name="Google Shape;551;p16"/>
            <p:cNvCxnSpPr/>
            <p:nvPr/>
          </p:nvCxnSpPr>
          <p:spPr>
            <a:xfrm>
              <a:off x="-140950" y="89179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2" name="Google Shape;552;p16"/>
            <p:cNvCxnSpPr/>
            <p:nvPr/>
          </p:nvCxnSpPr>
          <p:spPr>
            <a:xfrm>
              <a:off x="-140950" y="92268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3" name="Google Shape;553;p16"/>
            <p:cNvCxnSpPr/>
            <p:nvPr/>
          </p:nvCxnSpPr>
          <p:spPr>
            <a:xfrm>
              <a:off x="-140950" y="95356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554;p16"/>
            <p:cNvCxnSpPr/>
            <p:nvPr/>
          </p:nvCxnSpPr>
          <p:spPr>
            <a:xfrm>
              <a:off x="-140950" y="98445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5" name="Google Shape;555;p16"/>
            <p:cNvCxnSpPr/>
            <p:nvPr/>
          </p:nvCxnSpPr>
          <p:spPr>
            <a:xfrm>
              <a:off x="-140950" y="101533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6" name="Google Shape;556;p16"/>
            <p:cNvCxnSpPr/>
            <p:nvPr/>
          </p:nvCxnSpPr>
          <p:spPr>
            <a:xfrm>
              <a:off x="-140950" y="104622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7" name="Google Shape;557;p16"/>
            <p:cNvCxnSpPr/>
            <p:nvPr/>
          </p:nvCxnSpPr>
          <p:spPr>
            <a:xfrm>
              <a:off x="523532" y="-60400"/>
              <a:ext cx="0" cy="1085310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8" name="Google Shape;558;p16"/>
          <p:cNvSpPr txBox="1">
            <a:spLocks noGrp="1"/>
          </p:cNvSpPr>
          <p:nvPr>
            <p:ph type="title"/>
          </p:nvPr>
        </p:nvSpPr>
        <p:spPr>
          <a:xfrm>
            <a:off x="732750" y="685800"/>
            <a:ext cx="6311400" cy="8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latin typeface="Google Sans Display" panose="020B050303050204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AND_TWO_COLUMNS_3_1_1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8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>
            <a:off x="211" y="0"/>
            <a:ext cx="7559577" cy="1069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2" name="Google Shape;602;p18"/>
          <p:cNvGrpSpPr/>
          <p:nvPr/>
        </p:nvGrpSpPr>
        <p:grpSpPr>
          <a:xfrm>
            <a:off x="-140950" y="-60400"/>
            <a:ext cx="7772400" cy="10853100"/>
            <a:chOff x="-140950" y="-60400"/>
            <a:chExt cx="7772400" cy="10853100"/>
          </a:xfrm>
        </p:grpSpPr>
        <p:cxnSp>
          <p:nvCxnSpPr>
            <p:cNvPr id="603" name="Google Shape;603;p18"/>
            <p:cNvCxnSpPr/>
            <p:nvPr/>
          </p:nvCxnSpPr>
          <p:spPr>
            <a:xfrm>
              <a:off x="-140950" y="2700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" name="Google Shape;604;p18"/>
            <p:cNvCxnSpPr/>
            <p:nvPr/>
          </p:nvCxnSpPr>
          <p:spPr>
            <a:xfrm>
              <a:off x="-140950" y="5789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5" name="Google Shape;605;p18"/>
            <p:cNvCxnSpPr/>
            <p:nvPr/>
          </p:nvCxnSpPr>
          <p:spPr>
            <a:xfrm>
              <a:off x="-140950" y="8877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6" name="Google Shape;606;p18"/>
            <p:cNvCxnSpPr/>
            <p:nvPr/>
          </p:nvCxnSpPr>
          <p:spPr>
            <a:xfrm>
              <a:off x="-140950" y="11966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18"/>
            <p:cNvCxnSpPr/>
            <p:nvPr/>
          </p:nvCxnSpPr>
          <p:spPr>
            <a:xfrm>
              <a:off x="-140950" y="15054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18"/>
            <p:cNvCxnSpPr/>
            <p:nvPr/>
          </p:nvCxnSpPr>
          <p:spPr>
            <a:xfrm>
              <a:off x="-140950" y="18143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18"/>
            <p:cNvCxnSpPr/>
            <p:nvPr/>
          </p:nvCxnSpPr>
          <p:spPr>
            <a:xfrm>
              <a:off x="-140950" y="21231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18"/>
            <p:cNvCxnSpPr/>
            <p:nvPr/>
          </p:nvCxnSpPr>
          <p:spPr>
            <a:xfrm>
              <a:off x="-140950" y="24320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1" name="Google Shape;611;p18"/>
            <p:cNvCxnSpPr/>
            <p:nvPr/>
          </p:nvCxnSpPr>
          <p:spPr>
            <a:xfrm>
              <a:off x="-140950" y="27408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2" name="Google Shape;612;p18"/>
            <p:cNvCxnSpPr/>
            <p:nvPr/>
          </p:nvCxnSpPr>
          <p:spPr>
            <a:xfrm>
              <a:off x="-140950" y="30497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3" name="Google Shape;613;p18"/>
            <p:cNvCxnSpPr/>
            <p:nvPr/>
          </p:nvCxnSpPr>
          <p:spPr>
            <a:xfrm>
              <a:off x="-140950" y="33585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4" name="Google Shape;614;p18"/>
            <p:cNvCxnSpPr/>
            <p:nvPr/>
          </p:nvCxnSpPr>
          <p:spPr>
            <a:xfrm>
              <a:off x="-140950" y="36674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" name="Google Shape;615;p18"/>
            <p:cNvCxnSpPr/>
            <p:nvPr/>
          </p:nvCxnSpPr>
          <p:spPr>
            <a:xfrm>
              <a:off x="-140950" y="39763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6" name="Google Shape;616;p18"/>
            <p:cNvCxnSpPr/>
            <p:nvPr/>
          </p:nvCxnSpPr>
          <p:spPr>
            <a:xfrm>
              <a:off x="-140950" y="42851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7" name="Google Shape;617;p18"/>
            <p:cNvCxnSpPr/>
            <p:nvPr/>
          </p:nvCxnSpPr>
          <p:spPr>
            <a:xfrm>
              <a:off x="-140950" y="45940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8" name="Google Shape;618;p18"/>
            <p:cNvCxnSpPr/>
            <p:nvPr/>
          </p:nvCxnSpPr>
          <p:spPr>
            <a:xfrm>
              <a:off x="-140950" y="49028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9" name="Google Shape;619;p18"/>
            <p:cNvCxnSpPr/>
            <p:nvPr/>
          </p:nvCxnSpPr>
          <p:spPr>
            <a:xfrm>
              <a:off x="-140950" y="52117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0" name="Google Shape;620;p18"/>
            <p:cNvCxnSpPr/>
            <p:nvPr/>
          </p:nvCxnSpPr>
          <p:spPr>
            <a:xfrm>
              <a:off x="-140950" y="55205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1" name="Google Shape;621;p18"/>
            <p:cNvCxnSpPr/>
            <p:nvPr/>
          </p:nvCxnSpPr>
          <p:spPr>
            <a:xfrm>
              <a:off x="-140950" y="58294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2" name="Google Shape;622;p18"/>
            <p:cNvCxnSpPr/>
            <p:nvPr/>
          </p:nvCxnSpPr>
          <p:spPr>
            <a:xfrm>
              <a:off x="-140950" y="61382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18"/>
            <p:cNvCxnSpPr/>
            <p:nvPr/>
          </p:nvCxnSpPr>
          <p:spPr>
            <a:xfrm>
              <a:off x="-140950" y="64471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4" name="Google Shape;624;p18"/>
            <p:cNvCxnSpPr/>
            <p:nvPr/>
          </p:nvCxnSpPr>
          <p:spPr>
            <a:xfrm>
              <a:off x="-140950" y="67559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5" name="Google Shape;625;p18"/>
            <p:cNvCxnSpPr/>
            <p:nvPr/>
          </p:nvCxnSpPr>
          <p:spPr>
            <a:xfrm>
              <a:off x="-140950" y="70648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6" name="Google Shape;626;p18"/>
            <p:cNvCxnSpPr/>
            <p:nvPr/>
          </p:nvCxnSpPr>
          <p:spPr>
            <a:xfrm>
              <a:off x="-140950" y="73737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7" name="Google Shape;627;p18"/>
            <p:cNvCxnSpPr/>
            <p:nvPr/>
          </p:nvCxnSpPr>
          <p:spPr>
            <a:xfrm>
              <a:off x="-140950" y="76825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8" name="Google Shape;628;p18"/>
            <p:cNvCxnSpPr/>
            <p:nvPr/>
          </p:nvCxnSpPr>
          <p:spPr>
            <a:xfrm>
              <a:off x="-140950" y="79914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" name="Google Shape;629;p18"/>
            <p:cNvCxnSpPr/>
            <p:nvPr/>
          </p:nvCxnSpPr>
          <p:spPr>
            <a:xfrm>
              <a:off x="-140950" y="83002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0" name="Google Shape;630;p18"/>
            <p:cNvCxnSpPr/>
            <p:nvPr/>
          </p:nvCxnSpPr>
          <p:spPr>
            <a:xfrm>
              <a:off x="-140950" y="86091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1" name="Google Shape;631;p18"/>
            <p:cNvCxnSpPr/>
            <p:nvPr/>
          </p:nvCxnSpPr>
          <p:spPr>
            <a:xfrm>
              <a:off x="-140950" y="89179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2" name="Google Shape;632;p18"/>
            <p:cNvCxnSpPr/>
            <p:nvPr/>
          </p:nvCxnSpPr>
          <p:spPr>
            <a:xfrm>
              <a:off x="-140950" y="92268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3" name="Google Shape;633;p18"/>
            <p:cNvCxnSpPr/>
            <p:nvPr/>
          </p:nvCxnSpPr>
          <p:spPr>
            <a:xfrm>
              <a:off x="-140950" y="95356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4" name="Google Shape;634;p18"/>
            <p:cNvCxnSpPr/>
            <p:nvPr/>
          </p:nvCxnSpPr>
          <p:spPr>
            <a:xfrm>
              <a:off x="-140950" y="98445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5" name="Google Shape;635;p18"/>
            <p:cNvCxnSpPr/>
            <p:nvPr/>
          </p:nvCxnSpPr>
          <p:spPr>
            <a:xfrm>
              <a:off x="-140950" y="101533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6" name="Google Shape;636;p18"/>
            <p:cNvCxnSpPr/>
            <p:nvPr/>
          </p:nvCxnSpPr>
          <p:spPr>
            <a:xfrm>
              <a:off x="-140950" y="104622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7" name="Google Shape;637;p18"/>
            <p:cNvCxnSpPr/>
            <p:nvPr/>
          </p:nvCxnSpPr>
          <p:spPr>
            <a:xfrm>
              <a:off x="523532" y="-60400"/>
              <a:ext cx="0" cy="108531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TWO_COLUMNS_3_1_1_1"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19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>
            <a:off x="211" y="0"/>
            <a:ext cx="7559577" cy="10691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0" name="Google Shape;640;p19"/>
          <p:cNvGrpSpPr/>
          <p:nvPr/>
        </p:nvGrpSpPr>
        <p:grpSpPr>
          <a:xfrm>
            <a:off x="-140950" y="-60400"/>
            <a:ext cx="7772400" cy="10853100"/>
            <a:chOff x="-140950" y="-60400"/>
            <a:chExt cx="7772400" cy="10853100"/>
          </a:xfrm>
        </p:grpSpPr>
        <p:cxnSp>
          <p:nvCxnSpPr>
            <p:cNvPr id="641" name="Google Shape;641;p19"/>
            <p:cNvCxnSpPr/>
            <p:nvPr/>
          </p:nvCxnSpPr>
          <p:spPr>
            <a:xfrm>
              <a:off x="-140950" y="2700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p19"/>
            <p:cNvCxnSpPr/>
            <p:nvPr/>
          </p:nvCxnSpPr>
          <p:spPr>
            <a:xfrm>
              <a:off x="-140950" y="5789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19"/>
            <p:cNvCxnSpPr/>
            <p:nvPr/>
          </p:nvCxnSpPr>
          <p:spPr>
            <a:xfrm>
              <a:off x="-140950" y="8877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19"/>
            <p:cNvCxnSpPr/>
            <p:nvPr/>
          </p:nvCxnSpPr>
          <p:spPr>
            <a:xfrm>
              <a:off x="-140950" y="11966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19"/>
            <p:cNvCxnSpPr/>
            <p:nvPr/>
          </p:nvCxnSpPr>
          <p:spPr>
            <a:xfrm>
              <a:off x="-140950" y="15054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19"/>
            <p:cNvCxnSpPr/>
            <p:nvPr/>
          </p:nvCxnSpPr>
          <p:spPr>
            <a:xfrm>
              <a:off x="-140950" y="18143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9"/>
            <p:cNvCxnSpPr/>
            <p:nvPr/>
          </p:nvCxnSpPr>
          <p:spPr>
            <a:xfrm>
              <a:off x="-140950" y="21231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8" name="Google Shape;648;p19"/>
            <p:cNvCxnSpPr/>
            <p:nvPr/>
          </p:nvCxnSpPr>
          <p:spPr>
            <a:xfrm>
              <a:off x="-140950" y="24320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9" name="Google Shape;649;p19"/>
            <p:cNvCxnSpPr/>
            <p:nvPr/>
          </p:nvCxnSpPr>
          <p:spPr>
            <a:xfrm>
              <a:off x="-140950" y="27408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0" name="Google Shape;650;p19"/>
            <p:cNvCxnSpPr/>
            <p:nvPr/>
          </p:nvCxnSpPr>
          <p:spPr>
            <a:xfrm>
              <a:off x="-140950" y="30497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1" name="Google Shape;651;p19"/>
            <p:cNvCxnSpPr/>
            <p:nvPr/>
          </p:nvCxnSpPr>
          <p:spPr>
            <a:xfrm>
              <a:off x="-140950" y="33585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2" name="Google Shape;652;p19"/>
            <p:cNvCxnSpPr/>
            <p:nvPr/>
          </p:nvCxnSpPr>
          <p:spPr>
            <a:xfrm>
              <a:off x="-140950" y="36674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3" name="Google Shape;653;p19"/>
            <p:cNvCxnSpPr/>
            <p:nvPr/>
          </p:nvCxnSpPr>
          <p:spPr>
            <a:xfrm>
              <a:off x="-140950" y="39763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4" name="Google Shape;654;p19"/>
            <p:cNvCxnSpPr/>
            <p:nvPr/>
          </p:nvCxnSpPr>
          <p:spPr>
            <a:xfrm>
              <a:off x="-140950" y="42851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5" name="Google Shape;655;p19"/>
            <p:cNvCxnSpPr/>
            <p:nvPr/>
          </p:nvCxnSpPr>
          <p:spPr>
            <a:xfrm>
              <a:off x="-140950" y="45940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6" name="Google Shape;656;p19"/>
            <p:cNvCxnSpPr/>
            <p:nvPr/>
          </p:nvCxnSpPr>
          <p:spPr>
            <a:xfrm>
              <a:off x="-140950" y="49028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7" name="Google Shape;657;p19"/>
            <p:cNvCxnSpPr/>
            <p:nvPr/>
          </p:nvCxnSpPr>
          <p:spPr>
            <a:xfrm>
              <a:off x="-140950" y="52117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8" name="Google Shape;658;p19"/>
            <p:cNvCxnSpPr/>
            <p:nvPr/>
          </p:nvCxnSpPr>
          <p:spPr>
            <a:xfrm>
              <a:off x="-140950" y="55205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9" name="Google Shape;659;p19"/>
            <p:cNvCxnSpPr/>
            <p:nvPr/>
          </p:nvCxnSpPr>
          <p:spPr>
            <a:xfrm>
              <a:off x="-140950" y="58294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0" name="Google Shape;660;p19"/>
            <p:cNvCxnSpPr/>
            <p:nvPr/>
          </p:nvCxnSpPr>
          <p:spPr>
            <a:xfrm>
              <a:off x="-140950" y="61382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1" name="Google Shape;661;p19"/>
            <p:cNvCxnSpPr/>
            <p:nvPr/>
          </p:nvCxnSpPr>
          <p:spPr>
            <a:xfrm>
              <a:off x="-140950" y="64471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2" name="Google Shape;662;p19"/>
            <p:cNvCxnSpPr/>
            <p:nvPr/>
          </p:nvCxnSpPr>
          <p:spPr>
            <a:xfrm>
              <a:off x="-140950" y="67559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3" name="Google Shape;663;p19"/>
            <p:cNvCxnSpPr/>
            <p:nvPr/>
          </p:nvCxnSpPr>
          <p:spPr>
            <a:xfrm>
              <a:off x="-140950" y="70648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4" name="Google Shape;664;p19"/>
            <p:cNvCxnSpPr/>
            <p:nvPr/>
          </p:nvCxnSpPr>
          <p:spPr>
            <a:xfrm>
              <a:off x="-140950" y="73737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5" name="Google Shape;665;p19"/>
            <p:cNvCxnSpPr/>
            <p:nvPr/>
          </p:nvCxnSpPr>
          <p:spPr>
            <a:xfrm>
              <a:off x="-140950" y="76825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6" name="Google Shape;666;p19"/>
            <p:cNvCxnSpPr/>
            <p:nvPr/>
          </p:nvCxnSpPr>
          <p:spPr>
            <a:xfrm>
              <a:off x="-140950" y="79914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7" name="Google Shape;667;p19"/>
            <p:cNvCxnSpPr/>
            <p:nvPr/>
          </p:nvCxnSpPr>
          <p:spPr>
            <a:xfrm>
              <a:off x="-140950" y="83002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8" name="Google Shape;668;p19"/>
            <p:cNvCxnSpPr/>
            <p:nvPr/>
          </p:nvCxnSpPr>
          <p:spPr>
            <a:xfrm>
              <a:off x="-140950" y="86091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9" name="Google Shape;669;p19"/>
            <p:cNvCxnSpPr/>
            <p:nvPr/>
          </p:nvCxnSpPr>
          <p:spPr>
            <a:xfrm>
              <a:off x="-140950" y="89179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0" name="Google Shape;670;p19"/>
            <p:cNvCxnSpPr/>
            <p:nvPr/>
          </p:nvCxnSpPr>
          <p:spPr>
            <a:xfrm>
              <a:off x="-140950" y="92268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1" name="Google Shape;671;p19"/>
            <p:cNvCxnSpPr/>
            <p:nvPr/>
          </p:nvCxnSpPr>
          <p:spPr>
            <a:xfrm>
              <a:off x="-140950" y="95356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2" name="Google Shape;672;p19"/>
            <p:cNvCxnSpPr/>
            <p:nvPr/>
          </p:nvCxnSpPr>
          <p:spPr>
            <a:xfrm>
              <a:off x="-140950" y="98445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3" name="Google Shape;673;p19"/>
            <p:cNvCxnSpPr/>
            <p:nvPr/>
          </p:nvCxnSpPr>
          <p:spPr>
            <a:xfrm>
              <a:off x="-140950" y="101533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4" name="Google Shape;674;p19"/>
            <p:cNvCxnSpPr/>
            <p:nvPr/>
          </p:nvCxnSpPr>
          <p:spPr>
            <a:xfrm>
              <a:off x="-140950" y="104622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19"/>
            <p:cNvCxnSpPr/>
            <p:nvPr/>
          </p:nvCxnSpPr>
          <p:spPr>
            <a:xfrm>
              <a:off x="523532" y="-60400"/>
              <a:ext cx="0" cy="108531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76" name="Google Shape;676;p19"/>
          <p:cNvGrpSpPr/>
          <p:nvPr/>
        </p:nvGrpSpPr>
        <p:grpSpPr>
          <a:xfrm rot="-5400000">
            <a:off x="-1319274" y="2125698"/>
            <a:ext cx="10783428" cy="6411079"/>
            <a:chOff x="-140950" y="270050"/>
            <a:chExt cx="7772400" cy="5559382"/>
          </a:xfrm>
        </p:grpSpPr>
        <p:cxnSp>
          <p:nvCxnSpPr>
            <p:cNvPr id="677" name="Google Shape;677;p19"/>
            <p:cNvCxnSpPr/>
            <p:nvPr/>
          </p:nvCxnSpPr>
          <p:spPr>
            <a:xfrm>
              <a:off x="-140950" y="2700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8" name="Google Shape;678;p19"/>
            <p:cNvCxnSpPr/>
            <p:nvPr/>
          </p:nvCxnSpPr>
          <p:spPr>
            <a:xfrm>
              <a:off x="-140950" y="5789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9" name="Google Shape;679;p19"/>
            <p:cNvCxnSpPr/>
            <p:nvPr/>
          </p:nvCxnSpPr>
          <p:spPr>
            <a:xfrm>
              <a:off x="-140950" y="8877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19"/>
            <p:cNvCxnSpPr/>
            <p:nvPr/>
          </p:nvCxnSpPr>
          <p:spPr>
            <a:xfrm>
              <a:off x="-140950" y="11966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1" name="Google Shape;681;p19"/>
            <p:cNvCxnSpPr/>
            <p:nvPr/>
          </p:nvCxnSpPr>
          <p:spPr>
            <a:xfrm>
              <a:off x="-140950" y="15054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2" name="Google Shape;682;p19"/>
            <p:cNvCxnSpPr/>
            <p:nvPr/>
          </p:nvCxnSpPr>
          <p:spPr>
            <a:xfrm>
              <a:off x="-140950" y="18143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3" name="Google Shape;683;p19"/>
            <p:cNvCxnSpPr/>
            <p:nvPr/>
          </p:nvCxnSpPr>
          <p:spPr>
            <a:xfrm>
              <a:off x="-140950" y="21231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4" name="Google Shape;684;p19"/>
            <p:cNvCxnSpPr/>
            <p:nvPr/>
          </p:nvCxnSpPr>
          <p:spPr>
            <a:xfrm>
              <a:off x="-140950" y="24320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5" name="Google Shape;685;p19"/>
            <p:cNvCxnSpPr/>
            <p:nvPr/>
          </p:nvCxnSpPr>
          <p:spPr>
            <a:xfrm>
              <a:off x="-140950" y="2740886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6" name="Google Shape;686;p19"/>
            <p:cNvCxnSpPr/>
            <p:nvPr/>
          </p:nvCxnSpPr>
          <p:spPr>
            <a:xfrm>
              <a:off x="-140950" y="3049741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7" name="Google Shape;687;p19"/>
            <p:cNvCxnSpPr/>
            <p:nvPr/>
          </p:nvCxnSpPr>
          <p:spPr>
            <a:xfrm>
              <a:off x="-140950" y="335859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8" name="Google Shape;688;p19"/>
            <p:cNvCxnSpPr/>
            <p:nvPr/>
          </p:nvCxnSpPr>
          <p:spPr>
            <a:xfrm>
              <a:off x="-140950" y="3667450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19"/>
            <p:cNvCxnSpPr/>
            <p:nvPr/>
          </p:nvCxnSpPr>
          <p:spPr>
            <a:xfrm>
              <a:off x="-140950" y="3976305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19"/>
            <p:cNvCxnSpPr/>
            <p:nvPr/>
          </p:nvCxnSpPr>
          <p:spPr>
            <a:xfrm>
              <a:off x="-140950" y="4285159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19"/>
            <p:cNvCxnSpPr/>
            <p:nvPr/>
          </p:nvCxnSpPr>
          <p:spPr>
            <a:xfrm>
              <a:off x="-140950" y="4594014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19"/>
            <p:cNvCxnSpPr/>
            <p:nvPr/>
          </p:nvCxnSpPr>
          <p:spPr>
            <a:xfrm>
              <a:off x="-140950" y="4902868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3" name="Google Shape;693;p19"/>
            <p:cNvCxnSpPr/>
            <p:nvPr/>
          </p:nvCxnSpPr>
          <p:spPr>
            <a:xfrm>
              <a:off x="-140950" y="5211723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4" name="Google Shape;694;p19"/>
            <p:cNvCxnSpPr/>
            <p:nvPr/>
          </p:nvCxnSpPr>
          <p:spPr>
            <a:xfrm>
              <a:off x="-140950" y="5520577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5" name="Google Shape;695;p19"/>
            <p:cNvCxnSpPr/>
            <p:nvPr/>
          </p:nvCxnSpPr>
          <p:spPr>
            <a:xfrm>
              <a:off x="-140950" y="5829432"/>
              <a:ext cx="777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2750" y="685800"/>
            <a:ext cx="63114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arisienne"/>
              <a:buNone/>
              <a:defRPr sz="4200">
                <a:solidFill>
                  <a:schemeClr val="dk1"/>
                </a:solidFill>
                <a:latin typeface="Parisienne"/>
                <a:ea typeface="Parisienne"/>
                <a:cs typeface="Parisienne"/>
                <a:sym typeface="Parisien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arisienne"/>
              <a:buNone/>
              <a:defRPr sz="4200">
                <a:solidFill>
                  <a:schemeClr val="dk1"/>
                </a:solidFill>
                <a:latin typeface="Parisienne"/>
                <a:ea typeface="Parisienne"/>
                <a:cs typeface="Parisienne"/>
                <a:sym typeface="Parisien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arisienne"/>
              <a:buNone/>
              <a:defRPr sz="4200">
                <a:solidFill>
                  <a:schemeClr val="dk1"/>
                </a:solidFill>
                <a:latin typeface="Parisienne"/>
                <a:ea typeface="Parisienne"/>
                <a:cs typeface="Parisienne"/>
                <a:sym typeface="Parisien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arisienne"/>
              <a:buNone/>
              <a:defRPr sz="4200">
                <a:solidFill>
                  <a:schemeClr val="dk1"/>
                </a:solidFill>
                <a:latin typeface="Parisienne"/>
                <a:ea typeface="Parisienne"/>
                <a:cs typeface="Parisienne"/>
                <a:sym typeface="Parisien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arisienne"/>
              <a:buNone/>
              <a:defRPr sz="4200">
                <a:solidFill>
                  <a:schemeClr val="dk1"/>
                </a:solidFill>
                <a:latin typeface="Parisienne"/>
                <a:ea typeface="Parisienne"/>
                <a:cs typeface="Parisienne"/>
                <a:sym typeface="Parisien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arisienne"/>
              <a:buNone/>
              <a:defRPr sz="4200">
                <a:solidFill>
                  <a:schemeClr val="dk1"/>
                </a:solidFill>
                <a:latin typeface="Parisienne"/>
                <a:ea typeface="Parisienne"/>
                <a:cs typeface="Parisienne"/>
                <a:sym typeface="Parisien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arisienne"/>
              <a:buNone/>
              <a:defRPr sz="4200">
                <a:solidFill>
                  <a:schemeClr val="dk1"/>
                </a:solidFill>
                <a:latin typeface="Parisienne"/>
                <a:ea typeface="Parisienne"/>
                <a:cs typeface="Parisienne"/>
                <a:sym typeface="Parisien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arisienne"/>
              <a:buNone/>
              <a:defRPr sz="4200">
                <a:solidFill>
                  <a:schemeClr val="dk1"/>
                </a:solidFill>
                <a:latin typeface="Parisienne"/>
                <a:ea typeface="Parisienne"/>
                <a:cs typeface="Parisienne"/>
                <a:sym typeface="Parisien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arisienne"/>
              <a:buNone/>
              <a:defRPr sz="4200">
                <a:solidFill>
                  <a:schemeClr val="dk1"/>
                </a:solidFill>
                <a:latin typeface="Parisienne"/>
                <a:ea typeface="Parisienne"/>
                <a:cs typeface="Parisienne"/>
                <a:sym typeface="Parisienn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6025" y="2156400"/>
            <a:ext cx="6528000" cy="78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●"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○"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■"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●"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○"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■"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●"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○"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■"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6" r:id="rId5"/>
    <p:sldLayoutId id="2147483657" r:id="rId6"/>
    <p:sldLayoutId id="2147483658" r:id="rId7"/>
    <p:sldLayoutId id="2147483662" r:id="rId8"/>
    <p:sldLayoutId id="2147483664" r:id="rId9"/>
    <p:sldLayoutId id="214748366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Google Sans Display Medium" panose="020B0603030502040203" pitchFamily="34" charset="0"/>
          <a:ea typeface="Google Sans Display Medium" panose="020B0603030502040203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2"/>
          <p:cNvSpPr txBox="1">
            <a:spLocks noGrp="1"/>
          </p:cNvSpPr>
          <p:nvPr>
            <p:ph type="ctrTitle"/>
          </p:nvPr>
        </p:nvSpPr>
        <p:spPr>
          <a:xfrm>
            <a:off x="851325" y="2919575"/>
            <a:ext cx="6192600" cy="38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Handwritten Text </a:t>
            </a:r>
            <a:r>
              <a:rPr lang="en-US" dirty="0" smtClean="0"/>
              <a:t>Recognition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A Comprehensive Approach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705" name="Google Shape;705;p22"/>
          <p:cNvSpPr txBox="1">
            <a:spLocks noGrp="1"/>
          </p:cNvSpPr>
          <p:nvPr>
            <p:ph type="subTitle" idx="1"/>
          </p:nvPr>
        </p:nvSpPr>
        <p:spPr>
          <a:xfrm>
            <a:off x="851325" y="7210225"/>
            <a:ext cx="61926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Umer Amir _ 2112241</a:t>
            </a:r>
          </a:p>
          <a:p>
            <a:pPr marL="0" lvl="0" indent="0"/>
            <a:endParaRPr lang="en-US" dirty="0"/>
          </a:p>
        </p:txBody>
      </p:sp>
      <p:grpSp>
        <p:nvGrpSpPr>
          <p:cNvPr id="706" name="Google Shape;706;p22"/>
          <p:cNvGrpSpPr/>
          <p:nvPr/>
        </p:nvGrpSpPr>
        <p:grpSpPr>
          <a:xfrm>
            <a:off x="2196107" y="639805"/>
            <a:ext cx="5761516" cy="1830615"/>
            <a:chOff x="5890982" y="9578655"/>
            <a:chExt cx="5761516" cy="1830615"/>
          </a:xfrm>
        </p:grpSpPr>
        <p:sp>
          <p:nvSpPr>
            <p:cNvPr id="707" name="Google Shape;707;p22"/>
            <p:cNvSpPr/>
            <p:nvPr/>
          </p:nvSpPr>
          <p:spPr>
            <a:xfrm flipH="1">
              <a:off x="8455144" y="10218875"/>
              <a:ext cx="3197354" cy="1190396"/>
            </a:xfrm>
            <a:custGeom>
              <a:avLst/>
              <a:gdLst/>
              <a:ahLst/>
              <a:cxnLst/>
              <a:rect l="l" t="t" r="r" b="b"/>
              <a:pathLst>
                <a:path w="15361" h="5719" extrusionOk="0">
                  <a:moveTo>
                    <a:pt x="12751" y="4021"/>
                  </a:moveTo>
                  <a:cubicBezTo>
                    <a:pt x="12758" y="4021"/>
                    <a:pt x="12764" y="4022"/>
                    <a:pt x="12769" y="4024"/>
                  </a:cubicBezTo>
                  <a:lnTo>
                    <a:pt x="12769" y="4024"/>
                  </a:lnTo>
                  <a:cubicBezTo>
                    <a:pt x="12760" y="4022"/>
                    <a:pt x="12750" y="4021"/>
                    <a:pt x="12740" y="4021"/>
                  </a:cubicBezTo>
                  <a:close/>
                  <a:moveTo>
                    <a:pt x="12846" y="4031"/>
                  </a:moveTo>
                  <a:cubicBezTo>
                    <a:pt x="12867" y="4031"/>
                    <a:pt x="12878" y="4031"/>
                    <a:pt x="12899" y="4042"/>
                  </a:cubicBezTo>
                  <a:lnTo>
                    <a:pt x="12899" y="4042"/>
                  </a:lnTo>
                  <a:cubicBezTo>
                    <a:pt x="12873" y="4039"/>
                    <a:pt x="12848" y="4036"/>
                    <a:pt x="12825" y="4031"/>
                  </a:cubicBezTo>
                  <a:close/>
                  <a:moveTo>
                    <a:pt x="12901" y="4042"/>
                  </a:moveTo>
                  <a:lnTo>
                    <a:pt x="12901" y="4042"/>
                  </a:lnTo>
                  <a:cubicBezTo>
                    <a:pt x="12909" y="4042"/>
                    <a:pt x="12921" y="4042"/>
                    <a:pt x="12931" y="4046"/>
                  </a:cubicBezTo>
                  <a:lnTo>
                    <a:pt x="12931" y="4046"/>
                  </a:lnTo>
                  <a:cubicBezTo>
                    <a:pt x="12921" y="4045"/>
                    <a:pt x="12911" y="4043"/>
                    <a:pt x="12901" y="4042"/>
                  </a:cubicBezTo>
                  <a:close/>
                  <a:moveTo>
                    <a:pt x="13015" y="4068"/>
                  </a:moveTo>
                  <a:cubicBezTo>
                    <a:pt x="13025" y="4071"/>
                    <a:pt x="13036" y="4074"/>
                    <a:pt x="13048" y="4074"/>
                  </a:cubicBezTo>
                  <a:cubicBezTo>
                    <a:pt x="13077" y="4083"/>
                    <a:pt x="13107" y="4095"/>
                    <a:pt x="13138" y="4108"/>
                  </a:cubicBezTo>
                  <a:lnTo>
                    <a:pt x="13138" y="4108"/>
                  </a:lnTo>
                  <a:cubicBezTo>
                    <a:pt x="13125" y="4103"/>
                    <a:pt x="13113" y="4099"/>
                    <a:pt x="13100" y="4095"/>
                  </a:cubicBezTo>
                  <a:cubicBezTo>
                    <a:pt x="13079" y="4095"/>
                    <a:pt x="13069" y="4085"/>
                    <a:pt x="13048" y="4085"/>
                  </a:cubicBezTo>
                  <a:cubicBezTo>
                    <a:pt x="13048" y="4074"/>
                    <a:pt x="13037" y="4074"/>
                    <a:pt x="13026" y="4074"/>
                  </a:cubicBezTo>
                  <a:cubicBezTo>
                    <a:pt x="13021" y="4074"/>
                    <a:pt x="13018" y="4071"/>
                    <a:pt x="13015" y="4068"/>
                  </a:cubicBezTo>
                  <a:close/>
                  <a:moveTo>
                    <a:pt x="12666" y="4031"/>
                  </a:moveTo>
                  <a:cubicBezTo>
                    <a:pt x="12519" y="4041"/>
                    <a:pt x="12400" y="4078"/>
                    <a:pt x="12292" y="4117"/>
                  </a:cubicBezTo>
                  <a:lnTo>
                    <a:pt x="12292" y="4117"/>
                  </a:lnTo>
                  <a:cubicBezTo>
                    <a:pt x="12299" y="4113"/>
                    <a:pt x="12307" y="4109"/>
                    <a:pt x="12315" y="4106"/>
                  </a:cubicBezTo>
                  <a:cubicBezTo>
                    <a:pt x="12411" y="4063"/>
                    <a:pt x="12528" y="4031"/>
                    <a:pt x="12666" y="4031"/>
                  </a:cubicBezTo>
                  <a:close/>
                  <a:moveTo>
                    <a:pt x="13173" y="4123"/>
                  </a:moveTo>
                  <a:lnTo>
                    <a:pt x="13173" y="4123"/>
                  </a:lnTo>
                  <a:cubicBezTo>
                    <a:pt x="13204" y="4138"/>
                    <a:pt x="13235" y="4153"/>
                    <a:pt x="13267" y="4170"/>
                  </a:cubicBezTo>
                  <a:lnTo>
                    <a:pt x="13267" y="4170"/>
                  </a:lnTo>
                  <a:cubicBezTo>
                    <a:pt x="13243" y="4159"/>
                    <a:pt x="13220" y="4145"/>
                    <a:pt x="13196" y="4137"/>
                  </a:cubicBezTo>
                  <a:cubicBezTo>
                    <a:pt x="13188" y="4132"/>
                    <a:pt x="13181" y="4128"/>
                    <a:pt x="13173" y="4123"/>
                  </a:cubicBezTo>
                  <a:close/>
                  <a:moveTo>
                    <a:pt x="11991" y="4273"/>
                  </a:moveTo>
                  <a:cubicBezTo>
                    <a:pt x="11990" y="4274"/>
                    <a:pt x="11988" y="4275"/>
                    <a:pt x="11987" y="4275"/>
                  </a:cubicBezTo>
                  <a:cubicBezTo>
                    <a:pt x="11966" y="4286"/>
                    <a:pt x="11955" y="4297"/>
                    <a:pt x="11955" y="4297"/>
                  </a:cubicBezTo>
                  <a:lnTo>
                    <a:pt x="11966" y="4286"/>
                  </a:lnTo>
                  <a:cubicBezTo>
                    <a:pt x="11972" y="4283"/>
                    <a:pt x="11981" y="4278"/>
                    <a:pt x="11991" y="4273"/>
                  </a:cubicBezTo>
                  <a:close/>
                  <a:moveTo>
                    <a:pt x="8115" y="4382"/>
                  </a:moveTo>
                  <a:cubicBezTo>
                    <a:pt x="8147" y="4421"/>
                    <a:pt x="8182" y="4460"/>
                    <a:pt x="8218" y="4498"/>
                  </a:cubicBezTo>
                  <a:lnTo>
                    <a:pt x="8218" y="4498"/>
                  </a:lnTo>
                  <a:cubicBezTo>
                    <a:pt x="8211" y="4498"/>
                    <a:pt x="8210" y="4497"/>
                    <a:pt x="8200" y="4488"/>
                  </a:cubicBezTo>
                  <a:cubicBezTo>
                    <a:pt x="8190" y="4466"/>
                    <a:pt x="8168" y="4445"/>
                    <a:pt x="8157" y="4434"/>
                  </a:cubicBezTo>
                  <a:cubicBezTo>
                    <a:pt x="8136" y="4413"/>
                    <a:pt x="8126" y="4403"/>
                    <a:pt x="8115" y="4382"/>
                  </a:cubicBezTo>
                  <a:close/>
                  <a:moveTo>
                    <a:pt x="11381" y="4654"/>
                  </a:moveTo>
                  <a:cubicBezTo>
                    <a:pt x="11375" y="4659"/>
                    <a:pt x="11368" y="4663"/>
                    <a:pt x="11361" y="4668"/>
                  </a:cubicBezTo>
                  <a:cubicBezTo>
                    <a:pt x="11353" y="4673"/>
                    <a:pt x="11344" y="4679"/>
                    <a:pt x="11336" y="4685"/>
                  </a:cubicBezTo>
                  <a:lnTo>
                    <a:pt x="11336" y="4685"/>
                  </a:lnTo>
                  <a:cubicBezTo>
                    <a:pt x="11351" y="4675"/>
                    <a:pt x="11366" y="4664"/>
                    <a:pt x="11381" y="4654"/>
                  </a:cubicBezTo>
                  <a:close/>
                  <a:moveTo>
                    <a:pt x="8221" y="4501"/>
                  </a:moveTo>
                  <a:lnTo>
                    <a:pt x="8221" y="4501"/>
                  </a:lnTo>
                  <a:cubicBezTo>
                    <a:pt x="8301" y="4586"/>
                    <a:pt x="8388" y="4666"/>
                    <a:pt x="8476" y="4731"/>
                  </a:cubicBezTo>
                  <a:lnTo>
                    <a:pt x="8528" y="4773"/>
                  </a:lnTo>
                  <a:lnTo>
                    <a:pt x="8528" y="4773"/>
                  </a:lnTo>
                  <a:cubicBezTo>
                    <a:pt x="8507" y="4758"/>
                    <a:pt x="8486" y="4744"/>
                    <a:pt x="8465" y="4731"/>
                  </a:cubicBezTo>
                  <a:cubicBezTo>
                    <a:pt x="8412" y="4689"/>
                    <a:pt x="8370" y="4646"/>
                    <a:pt x="8317" y="4604"/>
                  </a:cubicBezTo>
                  <a:cubicBezTo>
                    <a:pt x="8296" y="4583"/>
                    <a:pt x="8285" y="4561"/>
                    <a:pt x="8263" y="4551"/>
                  </a:cubicBezTo>
                  <a:lnTo>
                    <a:pt x="8232" y="4519"/>
                  </a:lnTo>
                  <a:cubicBezTo>
                    <a:pt x="8222" y="4510"/>
                    <a:pt x="8221" y="4509"/>
                    <a:pt x="8221" y="4501"/>
                  </a:cubicBezTo>
                  <a:close/>
                  <a:moveTo>
                    <a:pt x="8530" y="4774"/>
                  </a:moveTo>
                  <a:lnTo>
                    <a:pt x="8582" y="4806"/>
                  </a:lnTo>
                  <a:cubicBezTo>
                    <a:pt x="8593" y="4816"/>
                    <a:pt x="8603" y="4816"/>
                    <a:pt x="8614" y="4827"/>
                  </a:cubicBezTo>
                  <a:lnTo>
                    <a:pt x="8635" y="4837"/>
                  </a:lnTo>
                  <a:cubicBezTo>
                    <a:pt x="8656" y="4848"/>
                    <a:pt x="8678" y="4858"/>
                    <a:pt x="8688" y="4869"/>
                  </a:cubicBezTo>
                  <a:cubicBezTo>
                    <a:pt x="8730" y="4891"/>
                    <a:pt x="8762" y="4912"/>
                    <a:pt x="8805" y="4933"/>
                  </a:cubicBezTo>
                  <a:cubicBezTo>
                    <a:pt x="8820" y="4940"/>
                    <a:pt x="8835" y="4948"/>
                    <a:pt x="8847" y="4956"/>
                  </a:cubicBezTo>
                  <a:lnTo>
                    <a:pt x="8847" y="4956"/>
                  </a:lnTo>
                  <a:cubicBezTo>
                    <a:pt x="8772" y="4923"/>
                    <a:pt x="8698" y="4885"/>
                    <a:pt x="8624" y="4837"/>
                  </a:cubicBezTo>
                  <a:cubicBezTo>
                    <a:pt x="8593" y="4819"/>
                    <a:pt x="8561" y="4796"/>
                    <a:pt x="8530" y="4774"/>
                  </a:cubicBezTo>
                  <a:close/>
                  <a:moveTo>
                    <a:pt x="3989" y="0"/>
                  </a:moveTo>
                  <a:cubicBezTo>
                    <a:pt x="3851" y="11"/>
                    <a:pt x="3724" y="22"/>
                    <a:pt x="3586" y="33"/>
                  </a:cubicBezTo>
                  <a:cubicBezTo>
                    <a:pt x="3310" y="64"/>
                    <a:pt x="3034" y="128"/>
                    <a:pt x="2801" y="224"/>
                  </a:cubicBezTo>
                  <a:cubicBezTo>
                    <a:pt x="2780" y="224"/>
                    <a:pt x="2769" y="224"/>
                    <a:pt x="2759" y="234"/>
                  </a:cubicBezTo>
                  <a:cubicBezTo>
                    <a:pt x="2737" y="234"/>
                    <a:pt x="2726" y="245"/>
                    <a:pt x="2716" y="245"/>
                  </a:cubicBezTo>
                  <a:cubicBezTo>
                    <a:pt x="2684" y="255"/>
                    <a:pt x="2663" y="266"/>
                    <a:pt x="2631" y="276"/>
                  </a:cubicBezTo>
                  <a:lnTo>
                    <a:pt x="2568" y="308"/>
                  </a:lnTo>
                  <a:cubicBezTo>
                    <a:pt x="2536" y="319"/>
                    <a:pt x="2514" y="330"/>
                    <a:pt x="2493" y="340"/>
                  </a:cubicBezTo>
                  <a:cubicBezTo>
                    <a:pt x="2451" y="351"/>
                    <a:pt x="2408" y="372"/>
                    <a:pt x="2366" y="393"/>
                  </a:cubicBezTo>
                  <a:cubicBezTo>
                    <a:pt x="2356" y="393"/>
                    <a:pt x="2345" y="393"/>
                    <a:pt x="2334" y="403"/>
                  </a:cubicBezTo>
                  <a:cubicBezTo>
                    <a:pt x="2323" y="403"/>
                    <a:pt x="2313" y="414"/>
                    <a:pt x="2302" y="414"/>
                  </a:cubicBezTo>
                  <a:cubicBezTo>
                    <a:pt x="2292" y="425"/>
                    <a:pt x="2271" y="436"/>
                    <a:pt x="2250" y="446"/>
                  </a:cubicBezTo>
                  <a:cubicBezTo>
                    <a:pt x="2207" y="457"/>
                    <a:pt x="2175" y="478"/>
                    <a:pt x="2132" y="488"/>
                  </a:cubicBezTo>
                  <a:cubicBezTo>
                    <a:pt x="2101" y="509"/>
                    <a:pt x="2059" y="531"/>
                    <a:pt x="2016" y="552"/>
                  </a:cubicBezTo>
                  <a:lnTo>
                    <a:pt x="1953" y="584"/>
                  </a:lnTo>
                  <a:cubicBezTo>
                    <a:pt x="1953" y="584"/>
                    <a:pt x="1942" y="594"/>
                    <a:pt x="1931" y="594"/>
                  </a:cubicBezTo>
                  <a:cubicBezTo>
                    <a:pt x="1920" y="605"/>
                    <a:pt x="1910" y="605"/>
                    <a:pt x="1899" y="616"/>
                  </a:cubicBezTo>
                  <a:cubicBezTo>
                    <a:pt x="1857" y="637"/>
                    <a:pt x="1804" y="658"/>
                    <a:pt x="1762" y="690"/>
                  </a:cubicBezTo>
                  <a:cubicBezTo>
                    <a:pt x="1729" y="700"/>
                    <a:pt x="1708" y="722"/>
                    <a:pt x="1687" y="733"/>
                  </a:cubicBezTo>
                  <a:cubicBezTo>
                    <a:pt x="1666" y="754"/>
                    <a:pt x="1645" y="764"/>
                    <a:pt x="1623" y="775"/>
                  </a:cubicBezTo>
                  <a:cubicBezTo>
                    <a:pt x="1581" y="796"/>
                    <a:pt x="1538" y="818"/>
                    <a:pt x="1517" y="839"/>
                  </a:cubicBezTo>
                  <a:cubicBezTo>
                    <a:pt x="1486" y="860"/>
                    <a:pt x="1432" y="902"/>
                    <a:pt x="1380" y="934"/>
                  </a:cubicBezTo>
                  <a:cubicBezTo>
                    <a:pt x="1348" y="955"/>
                    <a:pt x="1316" y="976"/>
                    <a:pt x="1295" y="997"/>
                  </a:cubicBezTo>
                  <a:cubicBezTo>
                    <a:pt x="1263" y="1030"/>
                    <a:pt x="1241" y="1040"/>
                    <a:pt x="1210" y="1061"/>
                  </a:cubicBezTo>
                  <a:lnTo>
                    <a:pt x="1231" y="1040"/>
                  </a:lnTo>
                  <a:lnTo>
                    <a:pt x="1231" y="1040"/>
                  </a:lnTo>
                  <a:cubicBezTo>
                    <a:pt x="1220" y="1051"/>
                    <a:pt x="1189" y="1072"/>
                    <a:pt x="1168" y="1082"/>
                  </a:cubicBezTo>
                  <a:cubicBezTo>
                    <a:pt x="1135" y="1104"/>
                    <a:pt x="1114" y="1125"/>
                    <a:pt x="1093" y="1136"/>
                  </a:cubicBezTo>
                  <a:lnTo>
                    <a:pt x="1072" y="1157"/>
                  </a:lnTo>
                  <a:cubicBezTo>
                    <a:pt x="1072" y="1157"/>
                    <a:pt x="1072" y="1146"/>
                    <a:pt x="1083" y="1146"/>
                  </a:cubicBezTo>
                  <a:cubicBezTo>
                    <a:pt x="1083" y="1136"/>
                    <a:pt x="1093" y="1125"/>
                    <a:pt x="1083" y="1125"/>
                  </a:cubicBezTo>
                  <a:cubicBezTo>
                    <a:pt x="1083" y="1125"/>
                    <a:pt x="1072" y="1136"/>
                    <a:pt x="1040" y="1157"/>
                  </a:cubicBezTo>
                  <a:cubicBezTo>
                    <a:pt x="902" y="1252"/>
                    <a:pt x="765" y="1369"/>
                    <a:pt x="626" y="1485"/>
                  </a:cubicBezTo>
                  <a:cubicBezTo>
                    <a:pt x="563" y="1549"/>
                    <a:pt x="499" y="1613"/>
                    <a:pt x="435" y="1666"/>
                  </a:cubicBezTo>
                  <a:lnTo>
                    <a:pt x="244" y="1857"/>
                  </a:lnTo>
                  <a:cubicBezTo>
                    <a:pt x="244" y="1867"/>
                    <a:pt x="234" y="1878"/>
                    <a:pt x="223" y="1899"/>
                  </a:cubicBezTo>
                  <a:lnTo>
                    <a:pt x="117" y="2006"/>
                  </a:lnTo>
                  <a:cubicBezTo>
                    <a:pt x="96" y="2037"/>
                    <a:pt x="117" y="2037"/>
                    <a:pt x="107" y="2058"/>
                  </a:cubicBezTo>
                  <a:cubicBezTo>
                    <a:pt x="117" y="2069"/>
                    <a:pt x="1" y="2218"/>
                    <a:pt x="32" y="2218"/>
                  </a:cubicBezTo>
                  <a:cubicBezTo>
                    <a:pt x="43" y="2218"/>
                    <a:pt x="107" y="2154"/>
                    <a:pt x="171" y="2090"/>
                  </a:cubicBezTo>
                  <a:cubicBezTo>
                    <a:pt x="234" y="2027"/>
                    <a:pt x="319" y="1952"/>
                    <a:pt x="372" y="1910"/>
                  </a:cubicBezTo>
                  <a:lnTo>
                    <a:pt x="372" y="1910"/>
                  </a:lnTo>
                  <a:cubicBezTo>
                    <a:pt x="383" y="1910"/>
                    <a:pt x="340" y="1952"/>
                    <a:pt x="329" y="1973"/>
                  </a:cubicBezTo>
                  <a:cubicBezTo>
                    <a:pt x="393" y="1921"/>
                    <a:pt x="425" y="1888"/>
                    <a:pt x="446" y="1878"/>
                  </a:cubicBezTo>
                  <a:cubicBezTo>
                    <a:pt x="457" y="1878"/>
                    <a:pt x="446" y="1888"/>
                    <a:pt x="425" y="1910"/>
                  </a:cubicBezTo>
                  <a:cubicBezTo>
                    <a:pt x="453" y="1891"/>
                    <a:pt x="481" y="1864"/>
                    <a:pt x="488" y="1858"/>
                  </a:cubicBezTo>
                  <a:lnTo>
                    <a:pt x="488" y="1858"/>
                  </a:lnTo>
                  <a:cubicBezTo>
                    <a:pt x="477" y="1869"/>
                    <a:pt x="468" y="1888"/>
                    <a:pt x="468" y="1888"/>
                  </a:cubicBezTo>
                  <a:cubicBezTo>
                    <a:pt x="626" y="1740"/>
                    <a:pt x="807" y="1591"/>
                    <a:pt x="987" y="1454"/>
                  </a:cubicBezTo>
                  <a:cubicBezTo>
                    <a:pt x="1008" y="1433"/>
                    <a:pt x="1029" y="1412"/>
                    <a:pt x="1051" y="1401"/>
                  </a:cubicBezTo>
                  <a:cubicBezTo>
                    <a:pt x="1072" y="1379"/>
                    <a:pt x="1093" y="1358"/>
                    <a:pt x="1114" y="1348"/>
                  </a:cubicBezTo>
                  <a:cubicBezTo>
                    <a:pt x="1168" y="1305"/>
                    <a:pt x="1210" y="1273"/>
                    <a:pt x="1252" y="1242"/>
                  </a:cubicBezTo>
                  <a:cubicBezTo>
                    <a:pt x="1295" y="1210"/>
                    <a:pt x="1348" y="1178"/>
                    <a:pt x="1390" y="1146"/>
                  </a:cubicBezTo>
                  <a:cubicBezTo>
                    <a:pt x="1411" y="1125"/>
                    <a:pt x="1432" y="1104"/>
                    <a:pt x="1454" y="1093"/>
                  </a:cubicBezTo>
                  <a:cubicBezTo>
                    <a:pt x="1475" y="1072"/>
                    <a:pt x="1496" y="1061"/>
                    <a:pt x="1517" y="1040"/>
                  </a:cubicBezTo>
                  <a:cubicBezTo>
                    <a:pt x="1538" y="1030"/>
                    <a:pt x="1560" y="1019"/>
                    <a:pt x="1581" y="997"/>
                  </a:cubicBezTo>
                  <a:cubicBezTo>
                    <a:pt x="1602" y="987"/>
                    <a:pt x="1623" y="966"/>
                    <a:pt x="1656" y="945"/>
                  </a:cubicBezTo>
                  <a:cubicBezTo>
                    <a:pt x="1708" y="913"/>
                    <a:pt x="1762" y="870"/>
                    <a:pt x="1793" y="849"/>
                  </a:cubicBezTo>
                  <a:cubicBezTo>
                    <a:pt x="1835" y="818"/>
                    <a:pt x="1942" y="764"/>
                    <a:pt x="1974" y="743"/>
                  </a:cubicBezTo>
                  <a:cubicBezTo>
                    <a:pt x="2005" y="722"/>
                    <a:pt x="2016" y="711"/>
                    <a:pt x="2016" y="700"/>
                  </a:cubicBezTo>
                  <a:lnTo>
                    <a:pt x="2037" y="679"/>
                  </a:lnTo>
                  <a:cubicBezTo>
                    <a:pt x="2175" y="605"/>
                    <a:pt x="2408" y="499"/>
                    <a:pt x="2599" y="425"/>
                  </a:cubicBezTo>
                  <a:cubicBezTo>
                    <a:pt x="2642" y="403"/>
                    <a:pt x="2695" y="382"/>
                    <a:pt x="2726" y="372"/>
                  </a:cubicBezTo>
                  <a:lnTo>
                    <a:pt x="2790" y="340"/>
                  </a:lnTo>
                  <a:cubicBezTo>
                    <a:pt x="2811" y="340"/>
                    <a:pt x="2822" y="330"/>
                    <a:pt x="2844" y="330"/>
                  </a:cubicBezTo>
                  <a:cubicBezTo>
                    <a:pt x="2896" y="297"/>
                    <a:pt x="2939" y="287"/>
                    <a:pt x="2928" y="276"/>
                  </a:cubicBezTo>
                  <a:cubicBezTo>
                    <a:pt x="2960" y="276"/>
                    <a:pt x="2981" y="266"/>
                    <a:pt x="3013" y="255"/>
                  </a:cubicBezTo>
                  <a:cubicBezTo>
                    <a:pt x="3034" y="245"/>
                    <a:pt x="3056" y="245"/>
                    <a:pt x="3077" y="234"/>
                  </a:cubicBezTo>
                  <a:cubicBezTo>
                    <a:pt x="3087" y="234"/>
                    <a:pt x="3098" y="224"/>
                    <a:pt x="3108" y="224"/>
                  </a:cubicBezTo>
                  <a:cubicBezTo>
                    <a:pt x="3119" y="224"/>
                    <a:pt x="3130" y="212"/>
                    <a:pt x="3141" y="212"/>
                  </a:cubicBezTo>
                  <a:cubicBezTo>
                    <a:pt x="3162" y="212"/>
                    <a:pt x="3183" y="202"/>
                    <a:pt x="3193" y="202"/>
                  </a:cubicBezTo>
                  <a:cubicBezTo>
                    <a:pt x="3236" y="191"/>
                    <a:pt x="3268" y="181"/>
                    <a:pt x="3320" y="170"/>
                  </a:cubicBezTo>
                  <a:cubicBezTo>
                    <a:pt x="3342" y="160"/>
                    <a:pt x="3363" y="160"/>
                    <a:pt x="3384" y="149"/>
                  </a:cubicBezTo>
                  <a:cubicBezTo>
                    <a:pt x="3416" y="149"/>
                    <a:pt x="3448" y="139"/>
                    <a:pt x="3480" y="139"/>
                  </a:cubicBezTo>
                  <a:cubicBezTo>
                    <a:pt x="3650" y="106"/>
                    <a:pt x="3851" y="85"/>
                    <a:pt x="4053" y="75"/>
                  </a:cubicBezTo>
                  <a:lnTo>
                    <a:pt x="4105" y="75"/>
                  </a:lnTo>
                  <a:cubicBezTo>
                    <a:pt x="4138" y="75"/>
                    <a:pt x="4180" y="85"/>
                    <a:pt x="4211" y="85"/>
                  </a:cubicBezTo>
                  <a:lnTo>
                    <a:pt x="4381" y="85"/>
                  </a:lnTo>
                  <a:cubicBezTo>
                    <a:pt x="4487" y="96"/>
                    <a:pt x="4593" y="106"/>
                    <a:pt x="4699" y="128"/>
                  </a:cubicBezTo>
                  <a:cubicBezTo>
                    <a:pt x="4817" y="149"/>
                    <a:pt x="4933" y="170"/>
                    <a:pt x="5050" y="202"/>
                  </a:cubicBezTo>
                  <a:cubicBezTo>
                    <a:pt x="5102" y="224"/>
                    <a:pt x="5156" y="245"/>
                    <a:pt x="5209" y="255"/>
                  </a:cubicBezTo>
                  <a:lnTo>
                    <a:pt x="5293" y="287"/>
                  </a:lnTo>
                  <a:cubicBezTo>
                    <a:pt x="5326" y="297"/>
                    <a:pt x="5347" y="308"/>
                    <a:pt x="5378" y="319"/>
                  </a:cubicBezTo>
                  <a:cubicBezTo>
                    <a:pt x="5453" y="351"/>
                    <a:pt x="5527" y="393"/>
                    <a:pt x="5601" y="425"/>
                  </a:cubicBezTo>
                  <a:cubicBezTo>
                    <a:pt x="5623" y="436"/>
                    <a:pt x="5654" y="457"/>
                    <a:pt x="5675" y="467"/>
                  </a:cubicBezTo>
                  <a:lnTo>
                    <a:pt x="5708" y="488"/>
                  </a:lnTo>
                  <a:lnTo>
                    <a:pt x="5739" y="499"/>
                  </a:lnTo>
                  <a:cubicBezTo>
                    <a:pt x="5760" y="521"/>
                    <a:pt x="5792" y="531"/>
                    <a:pt x="5814" y="542"/>
                  </a:cubicBezTo>
                  <a:cubicBezTo>
                    <a:pt x="5835" y="563"/>
                    <a:pt x="5856" y="573"/>
                    <a:pt x="5877" y="594"/>
                  </a:cubicBezTo>
                  <a:cubicBezTo>
                    <a:pt x="5962" y="648"/>
                    <a:pt x="6047" y="711"/>
                    <a:pt x="6121" y="785"/>
                  </a:cubicBezTo>
                  <a:lnTo>
                    <a:pt x="6153" y="806"/>
                  </a:lnTo>
                  <a:lnTo>
                    <a:pt x="6174" y="828"/>
                  </a:lnTo>
                  <a:lnTo>
                    <a:pt x="6227" y="881"/>
                  </a:lnTo>
                  <a:lnTo>
                    <a:pt x="6280" y="934"/>
                  </a:lnTo>
                  <a:lnTo>
                    <a:pt x="6312" y="966"/>
                  </a:lnTo>
                  <a:lnTo>
                    <a:pt x="6333" y="997"/>
                  </a:lnTo>
                  <a:cubicBezTo>
                    <a:pt x="6365" y="1030"/>
                    <a:pt x="6397" y="1072"/>
                    <a:pt x="6429" y="1115"/>
                  </a:cubicBezTo>
                  <a:cubicBezTo>
                    <a:pt x="6439" y="1125"/>
                    <a:pt x="6460" y="1146"/>
                    <a:pt x="6471" y="1167"/>
                  </a:cubicBezTo>
                  <a:cubicBezTo>
                    <a:pt x="6481" y="1188"/>
                    <a:pt x="6503" y="1210"/>
                    <a:pt x="6514" y="1231"/>
                  </a:cubicBezTo>
                  <a:cubicBezTo>
                    <a:pt x="6620" y="1390"/>
                    <a:pt x="6715" y="1560"/>
                    <a:pt x="6800" y="1730"/>
                  </a:cubicBezTo>
                  <a:cubicBezTo>
                    <a:pt x="6884" y="1899"/>
                    <a:pt x="6959" y="2069"/>
                    <a:pt x="7023" y="2249"/>
                  </a:cubicBezTo>
                  <a:cubicBezTo>
                    <a:pt x="7086" y="2430"/>
                    <a:pt x="7150" y="2600"/>
                    <a:pt x="7214" y="2779"/>
                  </a:cubicBezTo>
                  <a:cubicBezTo>
                    <a:pt x="7277" y="2960"/>
                    <a:pt x="7351" y="3140"/>
                    <a:pt x="7426" y="3331"/>
                  </a:cubicBezTo>
                  <a:cubicBezTo>
                    <a:pt x="7500" y="3512"/>
                    <a:pt x="7574" y="3692"/>
                    <a:pt x="7680" y="3872"/>
                  </a:cubicBezTo>
                  <a:cubicBezTo>
                    <a:pt x="7775" y="4052"/>
                    <a:pt x="7893" y="4233"/>
                    <a:pt x="8030" y="4392"/>
                  </a:cubicBezTo>
                  <a:cubicBezTo>
                    <a:pt x="8179" y="4561"/>
                    <a:pt x="8338" y="4721"/>
                    <a:pt x="8518" y="4837"/>
                  </a:cubicBezTo>
                  <a:cubicBezTo>
                    <a:pt x="8709" y="4965"/>
                    <a:pt x="8911" y="5049"/>
                    <a:pt x="9123" y="5113"/>
                  </a:cubicBezTo>
                  <a:cubicBezTo>
                    <a:pt x="9335" y="5177"/>
                    <a:pt x="9558" y="5198"/>
                    <a:pt x="9781" y="5198"/>
                  </a:cubicBezTo>
                  <a:lnTo>
                    <a:pt x="9939" y="5198"/>
                  </a:lnTo>
                  <a:lnTo>
                    <a:pt x="10024" y="5188"/>
                  </a:lnTo>
                  <a:cubicBezTo>
                    <a:pt x="10056" y="5188"/>
                    <a:pt x="10078" y="5177"/>
                    <a:pt x="10109" y="5177"/>
                  </a:cubicBezTo>
                  <a:cubicBezTo>
                    <a:pt x="10215" y="5167"/>
                    <a:pt x="10321" y="5145"/>
                    <a:pt x="10427" y="5124"/>
                  </a:cubicBezTo>
                  <a:cubicBezTo>
                    <a:pt x="10533" y="5092"/>
                    <a:pt x="10639" y="5060"/>
                    <a:pt x="10735" y="5028"/>
                  </a:cubicBezTo>
                  <a:cubicBezTo>
                    <a:pt x="10788" y="5018"/>
                    <a:pt x="10841" y="4997"/>
                    <a:pt x="10884" y="4976"/>
                  </a:cubicBezTo>
                  <a:cubicBezTo>
                    <a:pt x="10915" y="4965"/>
                    <a:pt x="10936" y="4954"/>
                    <a:pt x="10958" y="4943"/>
                  </a:cubicBezTo>
                  <a:cubicBezTo>
                    <a:pt x="10979" y="4933"/>
                    <a:pt x="11011" y="4922"/>
                    <a:pt x="11032" y="4912"/>
                  </a:cubicBezTo>
                  <a:cubicBezTo>
                    <a:pt x="11127" y="4858"/>
                    <a:pt x="11223" y="4816"/>
                    <a:pt x="11308" y="4763"/>
                  </a:cubicBezTo>
                  <a:cubicBezTo>
                    <a:pt x="11351" y="4731"/>
                    <a:pt x="11403" y="4710"/>
                    <a:pt x="11446" y="4679"/>
                  </a:cubicBezTo>
                  <a:cubicBezTo>
                    <a:pt x="11488" y="4646"/>
                    <a:pt x="11530" y="4615"/>
                    <a:pt x="11573" y="4594"/>
                  </a:cubicBezTo>
                  <a:cubicBezTo>
                    <a:pt x="11732" y="4466"/>
                    <a:pt x="11891" y="4349"/>
                    <a:pt x="12061" y="4254"/>
                  </a:cubicBezTo>
                  <a:cubicBezTo>
                    <a:pt x="12231" y="4158"/>
                    <a:pt x="12400" y="4074"/>
                    <a:pt x="12581" y="4052"/>
                  </a:cubicBezTo>
                  <a:cubicBezTo>
                    <a:pt x="12634" y="4042"/>
                    <a:pt x="12676" y="4042"/>
                    <a:pt x="12718" y="4042"/>
                  </a:cubicBezTo>
                  <a:cubicBezTo>
                    <a:pt x="12857" y="4042"/>
                    <a:pt x="12984" y="4063"/>
                    <a:pt x="13100" y="4116"/>
                  </a:cubicBezTo>
                  <a:cubicBezTo>
                    <a:pt x="13175" y="4137"/>
                    <a:pt x="13249" y="4180"/>
                    <a:pt x="13324" y="4222"/>
                  </a:cubicBezTo>
                  <a:cubicBezTo>
                    <a:pt x="13397" y="4264"/>
                    <a:pt x="13461" y="4307"/>
                    <a:pt x="13536" y="4349"/>
                  </a:cubicBezTo>
                  <a:cubicBezTo>
                    <a:pt x="13663" y="4445"/>
                    <a:pt x="13790" y="4540"/>
                    <a:pt x="13906" y="4625"/>
                  </a:cubicBezTo>
                  <a:cubicBezTo>
                    <a:pt x="14024" y="4721"/>
                    <a:pt x="14140" y="4806"/>
                    <a:pt x="14246" y="4880"/>
                  </a:cubicBezTo>
                  <a:cubicBezTo>
                    <a:pt x="14670" y="5209"/>
                    <a:pt x="14978" y="5442"/>
                    <a:pt x="15148" y="5570"/>
                  </a:cubicBezTo>
                  <a:lnTo>
                    <a:pt x="15360" y="5718"/>
                  </a:lnTo>
                  <a:cubicBezTo>
                    <a:pt x="15148" y="5537"/>
                    <a:pt x="14660" y="5177"/>
                    <a:pt x="14151" y="4785"/>
                  </a:cubicBezTo>
                  <a:cubicBezTo>
                    <a:pt x="14024" y="4689"/>
                    <a:pt x="13896" y="4594"/>
                    <a:pt x="13758" y="4498"/>
                  </a:cubicBezTo>
                  <a:cubicBezTo>
                    <a:pt x="13631" y="4403"/>
                    <a:pt x="13514" y="4307"/>
                    <a:pt x="13387" y="4233"/>
                  </a:cubicBezTo>
                  <a:cubicBezTo>
                    <a:pt x="13368" y="4220"/>
                    <a:pt x="13349" y="4211"/>
                    <a:pt x="13330" y="4202"/>
                  </a:cubicBezTo>
                  <a:lnTo>
                    <a:pt x="13330" y="4202"/>
                  </a:lnTo>
                  <a:cubicBezTo>
                    <a:pt x="13318" y="4195"/>
                    <a:pt x="13305" y="4188"/>
                    <a:pt x="13293" y="4181"/>
                  </a:cubicBezTo>
                  <a:lnTo>
                    <a:pt x="13293" y="4181"/>
                  </a:lnTo>
                  <a:cubicBezTo>
                    <a:pt x="13292" y="4180"/>
                    <a:pt x="13292" y="4180"/>
                    <a:pt x="13291" y="4180"/>
                  </a:cubicBezTo>
                  <a:cubicBezTo>
                    <a:pt x="13291" y="4180"/>
                    <a:pt x="13291" y="4179"/>
                    <a:pt x="13291" y="4179"/>
                  </a:cubicBezTo>
                  <a:lnTo>
                    <a:pt x="13291" y="4179"/>
                  </a:lnTo>
                  <a:cubicBezTo>
                    <a:pt x="13257" y="4161"/>
                    <a:pt x="13222" y="4143"/>
                    <a:pt x="13185" y="4127"/>
                  </a:cubicBezTo>
                  <a:cubicBezTo>
                    <a:pt x="13100" y="4085"/>
                    <a:pt x="13005" y="4052"/>
                    <a:pt x="12920" y="4031"/>
                  </a:cubicBezTo>
                  <a:cubicBezTo>
                    <a:pt x="12899" y="4021"/>
                    <a:pt x="12867" y="4021"/>
                    <a:pt x="12846" y="4021"/>
                  </a:cubicBezTo>
                  <a:cubicBezTo>
                    <a:pt x="12825" y="4010"/>
                    <a:pt x="12803" y="4010"/>
                    <a:pt x="12782" y="4010"/>
                  </a:cubicBezTo>
                  <a:lnTo>
                    <a:pt x="12655" y="4010"/>
                  </a:lnTo>
                  <a:cubicBezTo>
                    <a:pt x="12570" y="4010"/>
                    <a:pt x="12496" y="4031"/>
                    <a:pt x="12421" y="4042"/>
                  </a:cubicBezTo>
                  <a:cubicBezTo>
                    <a:pt x="12326" y="4074"/>
                    <a:pt x="12231" y="4116"/>
                    <a:pt x="12135" y="4169"/>
                  </a:cubicBezTo>
                  <a:cubicBezTo>
                    <a:pt x="12040" y="4222"/>
                    <a:pt x="11945" y="4275"/>
                    <a:pt x="11860" y="4339"/>
                  </a:cubicBezTo>
                  <a:cubicBezTo>
                    <a:pt x="11764" y="4403"/>
                    <a:pt x="11669" y="4477"/>
                    <a:pt x="11573" y="4540"/>
                  </a:cubicBezTo>
                  <a:cubicBezTo>
                    <a:pt x="11478" y="4615"/>
                    <a:pt x="11382" y="4679"/>
                    <a:pt x="11276" y="4731"/>
                  </a:cubicBezTo>
                  <a:cubicBezTo>
                    <a:pt x="11075" y="4858"/>
                    <a:pt x="10863" y="4954"/>
                    <a:pt x="10639" y="5018"/>
                  </a:cubicBezTo>
                  <a:cubicBezTo>
                    <a:pt x="10427" y="5092"/>
                    <a:pt x="10194" y="5134"/>
                    <a:pt x="9961" y="5145"/>
                  </a:cubicBezTo>
                  <a:cubicBezTo>
                    <a:pt x="9908" y="5155"/>
                    <a:pt x="9855" y="5155"/>
                    <a:pt x="9791" y="5155"/>
                  </a:cubicBezTo>
                  <a:cubicBezTo>
                    <a:pt x="9621" y="5155"/>
                    <a:pt x="9441" y="5134"/>
                    <a:pt x="9272" y="5103"/>
                  </a:cubicBezTo>
                  <a:cubicBezTo>
                    <a:pt x="9197" y="5082"/>
                    <a:pt x="9091" y="5049"/>
                    <a:pt x="8975" y="5007"/>
                  </a:cubicBezTo>
                  <a:cubicBezTo>
                    <a:pt x="8951" y="4998"/>
                    <a:pt x="8928" y="4990"/>
                    <a:pt x="8904" y="4980"/>
                  </a:cubicBezTo>
                  <a:lnTo>
                    <a:pt x="8904" y="4980"/>
                  </a:lnTo>
                  <a:lnTo>
                    <a:pt x="8921" y="4986"/>
                  </a:lnTo>
                  <a:cubicBezTo>
                    <a:pt x="9197" y="5092"/>
                    <a:pt x="9484" y="5145"/>
                    <a:pt x="9781" y="5145"/>
                  </a:cubicBezTo>
                  <a:lnTo>
                    <a:pt x="9918" y="5145"/>
                  </a:lnTo>
                  <a:cubicBezTo>
                    <a:pt x="10258" y="5124"/>
                    <a:pt x="10597" y="5049"/>
                    <a:pt x="10915" y="4912"/>
                  </a:cubicBezTo>
                  <a:cubicBezTo>
                    <a:pt x="11055" y="4852"/>
                    <a:pt x="11204" y="4773"/>
                    <a:pt x="11336" y="4685"/>
                  </a:cubicBezTo>
                  <a:lnTo>
                    <a:pt x="11336" y="4685"/>
                  </a:lnTo>
                  <a:cubicBezTo>
                    <a:pt x="11306" y="4704"/>
                    <a:pt x="11276" y="4723"/>
                    <a:pt x="11244" y="4742"/>
                  </a:cubicBezTo>
                  <a:cubicBezTo>
                    <a:pt x="11202" y="4763"/>
                    <a:pt x="11170" y="4785"/>
                    <a:pt x="11127" y="4806"/>
                  </a:cubicBezTo>
                  <a:lnTo>
                    <a:pt x="11064" y="4837"/>
                  </a:lnTo>
                  <a:cubicBezTo>
                    <a:pt x="11043" y="4848"/>
                    <a:pt x="11021" y="4858"/>
                    <a:pt x="11011" y="4858"/>
                  </a:cubicBezTo>
                  <a:cubicBezTo>
                    <a:pt x="10926" y="4901"/>
                    <a:pt x="10841" y="4933"/>
                    <a:pt x="10757" y="4965"/>
                  </a:cubicBezTo>
                  <a:cubicBezTo>
                    <a:pt x="10545" y="5045"/>
                    <a:pt x="10325" y="5095"/>
                    <a:pt x="10101" y="5118"/>
                  </a:cubicBezTo>
                  <a:lnTo>
                    <a:pt x="10101" y="5118"/>
                  </a:lnTo>
                  <a:cubicBezTo>
                    <a:pt x="10128" y="5115"/>
                    <a:pt x="10155" y="5110"/>
                    <a:pt x="10184" y="5103"/>
                  </a:cubicBezTo>
                  <a:cubicBezTo>
                    <a:pt x="10332" y="5082"/>
                    <a:pt x="10491" y="5039"/>
                    <a:pt x="10661" y="4986"/>
                  </a:cubicBezTo>
                  <a:cubicBezTo>
                    <a:pt x="10863" y="4922"/>
                    <a:pt x="11085" y="4827"/>
                    <a:pt x="11276" y="4710"/>
                  </a:cubicBezTo>
                  <a:cubicBezTo>
                    <a:pt x="11424" y="4625"/>
                    <a:pt x="11552" y="4530"/>
                    <a:pt x="11690" y="4434"/>
                  </a:cubicBezTo>
                  <a:lnTo>
                    <a:pt x="11690" y="4434"/>
                  </a:lnTo>
                  <a:cubicBezTo>
                    <a:pt x="11586" y="4509"/>
                    <a:pt x="11486" y="4583"/>
                    <a:pt x="11381" y="4654"/>
                  </a:cubicBezTo>
                  <a:lnTo>
                    <a:pt x="11381" y="4654"/>
                  </a:lnTo>
                  <a:cubicBezTo>
                    <a:pt x="11519" y="4566"/>
                    <a:pt x="11647" y="4476"/>
                    <a:pt x="11775" y="4378"/>
                  </a:cubicBezTo>
                  <a:lnTo>
                    <a:pt x="11775" y="4378"/>
                  </a:lnTo>
                  <a:cubicBezTo>
                    <a:pt x="11838" y="4337"/>
                    <a:pt x="11899" y="4298"/>
                    <a:pt x="11966" y="4254"/>
                  </a:cubicBezTo>
                  <a:cubicBezTo>
                    <a:pt x="11987" y="4233"/>
                    <a:pt x="12018" y="4222"/>
                    <a:pt x="12051" y="4201"/>
                  </a:cubicBezTo>
                  <a:lnTo>
                    <a:pt x="12040" y="4201"/>
                  </a:lnTo>
                  <a:cubicBezTo>
                    <a:pt x="12008" y="4222"/>
                    <a:pt x="11945" y="4254"/>
                    <a:pt x="11860" y="4307"/>
                  </a:cubicBezTo>
                  <a:cubicBezTo>
                    <a:pt x="11775" y="4360"/>
                    <a:pt x="11669" y="4434"/>
                    <a:pt x="11541" y="4519"/>
                  </a:cubicBezTo>
                  <a:cubicBezTo>
                    <a:pt x="11488" y="4561"/>
                    <a:pt x="11414" y="4604"/>
                    <a:pt x="11351" y="4657"/>
                  </a:cubicBezTo>
                  <a:lnTo>
                    <a:pt x="11127" y="4785"/>
                  </a:lnTo>
                  <a:cubicBezTo>
                    <a:pt x="10969" y="4858"/>
                    <a:pt x="10788" y="4933"/>
                    <a:pt x="10608" y="4986"/>
                  </a:cubicBezTo>
                  <a:cubicBezTo>
                    <a:pt x="10427" y="5039"/>
                    <a:pt x="10236" y="5082"/>
                    <a:pt x="10056" y="5092"/>
                  </a:cubicBezTo>
                  <a:cubicBezTo>
                    <a:pt x="9972" y="5103"/>
                    <a:pt x="9897" y="5103"/>
                    <a:pt x="9812" y="5103"/>
                  </a:cubicBezTo>
                  <a:lnTo>
                    <a:pt x="9600" y="5103"/>
                  </a:lnTo>
                  <a:cubicBezTo>
                    <a:pt x="9579" y="5103"/>
                    <a:pt x="9569" y="5092"/>
                    <a:pt x="9547" y="5092"/>
                  </a:cubicBezTo>
                  <a:cubicBezTo>
                    <a:pt x="9388" y="5082"/>
                    <a:pt x="9250" y="5049"/>
                    <a:pt x="9144" y="5018"/>
                  </a:cubicBezTo>
                  <a:cubicBezTo>
                    <a:pt x="9112" y="5007"/>
                    <a:pt x="9091" y="4997"/>
                    <a:pt x="9059" y="4986"/>
                  </a:cubicBezTo>
                  <a:cubicBezTo>
                    <a:pt x="9038" y="4986"/>
                    <a:pt x="9017" y="4976"/>
                    <a:pt x="8996" y="4965"/>
                  </a:cubicBezTo>
                  <a:cubicBezTo>
                    <a:pt x="8953" y="4954"/>
                    <a:pt x="8921" y="4933"/>
                    <a:pt x="8900" y="4922"/>
                  </a:cubicBezTo>
                  <a:cubicBezTo>
                    <a:pt x="8890" y="4922"/>
                    <a:pt x="8879" y="4922"/>
                    <a:pt x="8868" y="4912"/>
                  </a:cubicBezTo>
                  <a:lnTo>
                    <a:pt x="8836" y="4901"/>
                  </a:lnTo>
                  <a:cubicBezTo>
                    <a:pt x="8815" y="4891"/>
                    <a:pt x="8794" y="4880"/>
                    <a:pt x="8784" y="4869"/>
                  </a:cubicBezTo>
                  <a:cubicBezTo>
                    <a:pt x="8741" y="4858"/>
                    <a:pt x="8699" y="4837"/>
                    <a:pt x="8667" y="4816"/>
                  </a:cubicBezTo>
                  <a:cubicBezTo>
                    <a:pt x="8635" y="4795"/>
                    <a:pt x="8593" y="4774"/>
                    <a:pt x="8560" y="4752"/>
                  </a:cubicBezTo>
                  <a:cubicBezTo>
                    <a:pt x="8518" y="4721"/>
                    <a:pt x="8487" y="4700"/>
                    <a:pt x="8454" y="4679"/>
                  </a:cubicBezTo>
                  <a:cubicBezTo>
                    <a:pt x="8317" y="4572"/>
                    <a:pt x="8190" y="4445"/>
                    <a:pt x="8062" y="4297"/>
                  </a:cubicBezTo>
                  <a:cubicBezTo>
                    <a:pt x="7977" y="4191"/>
                    <a:pt x="7924" y="4095"/>
                    <a:pt x="7871" y="4010"/>
                  </a:cubicBezTo>
                  <a:cubicBezTo>
                    <a:pt x="7860" y="4010"/>
                    <a:pt x="7850" y="3989"/>
                    <a:pt x="7839" y="3978"/>
                  </a:cubicBezTo>
                  <a:lnTo>
                    <a:pt x="7808" y="3915"/>
                  </a:lnTo>
                  <a:cubicBezTo>
                    <a:pt x="7787" y="3883"/>
                    <a:pt x="7775" y="3861"/>
                    <a:pt x="7754" y="3830"/>
                  </a:cubicBezTo>
                  <a:cubicBezTo>
                    <a:pt x="7744" y="3798"/>
                    <a:pt x="7723" y="3766"/>
                    <a:pt x="7712" y="3745"/>
                  </a:cubicBezTo>
                  <a:cubicBezTo>
                    <a:pt x="7702" y="3724"/>
                    <a:pt x="7691" y="3713"/>
                    <a:pt x="7691" y="3703"/>
                  </a:cubicBezTo>
                  <a:cubicBezTo>
                    <a:pt x="7680" y="3681"/>
                    <a:pt x="7669" y="3670"/>
                    <a:pt x="7669" y="3649"/>
                  </a:cubicBezTo>
                  <a:cubicBezTo>
                    <a:pt x="7659" y="3628"/>
                    <a:pt x="7638" y="3597"/>
                    <a:pt x="7627" y="3564"/>
                  </a:cubicBezTo>
                  <a:cubicBezTo>
                    <a:pt x="7574" y="3458"/>
                    <a:pt x="7532" y="3342"/>
                    <a:pt x="7490" y="3257"/>
                  </a:cubicBezTo>
                  <a:cubicBezTo>
                    <a:pt x="7478" y="3215"/>
                    <a:pt x="7457" y="3172"/>
                    <a:pt x="7436" y="3119"/>
                  </a:cubicBezTo>
                  <a:cubicBezTo>
                    <a:pt x="7426" y="3055"/>
                    <a:pt x="7405" y="2992"/>
                    <a:pt x="7394" y="2939"/>
                  </a:cubicBezTo>
                  <a:cubicBezTo>
                    <a:pt x="7362" y="2822"/>
                    <a:pt x="7330" y="2716"/>
                    <a:pt x="7320" y="2706"/>
                  </a:cubicBezTo>
                  <a:cubicBezTo>
                    <a:pt x="7288" y="2652"/>
                    <a:pt x="7288" y="2652"/>
                    <a:pt x="7277" y="2610"/>
                  </a:cubicBezTo>
                  <a:lnTo>
                    <a:pt x="7193" y="2355"/>
                  </a:lnTo>
                  <a:lnTo>
                    <a:pt x="7139" y="2249"/>
                  </a:lnTo>
                  <a:cubicBezTo>
                    <a:pt x="7129" y="2207"/>
                    <a:pt x="7097" y="2154"/>
                    <a:pt x="7086" y="2122"/>
                  </a:cubicBezTo>
                  <a:cubicBezTo>
                    <a:pt x="7033" y="1984"/>
                    <a:pt x="7002" y="1899"/>
                    <a:pt x="6959" y="1815"/>
                  </a:cubicBezTo>
                  <a:cubicBezTo>
                    <a:pt x="6938" y="1772"/>
                    <a:pt x="6917" y="1730"/>
                    <a:pt x="6896" y="1676"/>
                  </a:cubicBezTo>
                  <a:cubicBezTo>
                    <a:pt x="6874" y="1655"/>
                    <a:pt x="6863" y="1624"/>
                    <a:pt x="6853" y="1591"/>
                  </a:cubicBezTo>
                  <a:lnTo>
                    <a:pt x="6789" y="1496"/>
                  </a:lnTo>
                  <a:cubicBezTo>
                    <a:pt x="6778" y="1475"/>
                    <a:pt x="6768" y="1443"/>
                    <a:pt x="6747" y="1422"/>
                  </a:cubicBezTo>
                  <a:lnTo>
                    <a:pt x="6715" y="1358"/>
                  </a:lnTo>
                  <a:cubicBezTo>
                    <a:pt x="6683" y="1316"/>
                    <a:pt x="6662" y="1273"/>
                    <a:pt x="6641" y="1242"/>
                  </a:cubicBezTo>
                  <a:cubicBezTo>
                    <a:pt x="6609" y="1210"/>
                    <a:pt x="6587" y="1178"/>
                    <a:pt x="6566" y="1146"/>
                  </a:cubicBezTo>
                  <a:cubicBezTo>
                    <a:pt x="6566" y="1136"/>
                    <a:pt x="6556" y="1125"/>
                    <a:pt x="6556" y="1125"/>
                  </a:cubicBezTo>
                  <a:cubicBezTo>
                    <a:pt x="6545" y="1115"/>
                    <a:pt x="6545" y="1104"/>
                    <a:pt x="6535" y="1104"/>
                  </a:cubicBezTo>
                  <a:cubicBezTo>
                    <a:pt x="6524" y="1082"/>
                    <a:pt x="6514" y="1072"/>
                    <a:pt x="6503" y="1061"/>
                  </a:cubicBezTo>
                  <a:cubicBezTo>
                    <a:pt x="6418" y="945"/>
                    <a:pt x="6333" y="839"/>
                    <a:pt x="6163" y="711"/>
                  </a:cubicBezTo>
                  <a:cubicBezTo>
                    <a:pt x="6142" y="690"/>
                    <a:pt x="6005" y="573"/>
                    <a:pt x="5856" y="488"/>
                  </a:cubicBezTo>
                  <a:cubicBezTo>
                    <a:pt x="5824" y="467"/>
                    <a:pt x="5781" y="446"/>
                    <a:pt x="5750" y="425"/>
                  </a:cubicBezTo>
                  <a:cubicBezTo>
                    <a:pt x="5718" y="403"/>
                    <a:pt x="5686" y="382"/>
                    <a:pt x="5654" y="372"/>
                  </a:cubicBezTo>
                  <a:cubicBezTo>
                    <a:pt x="5623" y="361"/>
                    <a:pt x="5601" y="351"/>
                    <a:pt x="5590" y="340"/>
                  </a:cubicBezTo>
                  <a:cubicBezTo>
                    <a:pt x="5569" y="330"/>
                    <a:pt x="5559" y="330"/>
                    <a:pt x="5559" y="330"/>
                  </a:cubicBezTo>
                  <a:cubicBezTo>
                    <a:pt x="5442" y="266"/>
                    <a:pt x="5336" y="224"/>
                    <a:pt x="5230" y="191"/>
                  </a:cubicBezTo>
                  <a:cubicBezTo>
                    <a:pt x="5177" y="170"/>
                    <a:pt x="5124" y="160"/>
                    <a:pt x="5081" y="139"/>
                  </a:cubicBezTo>
                  <a:cubicBezTo>
                    <a:pt x="5050" y="139"/>
                    <a:pt x="5029" y="128"/>
                    <a:pt x="5007" y="128"/>
                  </a:cubicBezTo>
                  <a:cubicBezTo>
                    <a:pt x="4986" y="117"/>
                    <a:pt x="4954" y="106"/>
                    <a:pt x="4933" y="106"/>
                  </a:cubicBezTo>
                  <a:cubicBezTo>
                    <a:pt x="4912" y="96"/>
                    <a:pt x="4890" y="96"/>
                    <a:pt x="4859" y="85"/>
                  </a:cubicBezTo>
                  <a:cubicBezTo>
                    <a:pt x="4838" y="85"/>
                    <a:pt x="4817" y="75"/>
                    <a:pt x="4795" y="75"/>
                  </a:cubicBezTo>
                  <a:cubicBezTo>
                    <a:pt x="4774" y="64"/>
                    <a:pt x="4742" y="64"/>
                    <a:pt x="4721" y="64"/>
                  </a:cubicBezTo>
                  <a:cubicBezTo>
                    <a:pt x="4699" y="54"/>
                    <a:pt x="4678" y="54"/>
                    <a:pt x="4657" y="43"/>
                  </a:cubicBezTo>
                  <a:cubicBezTo>
                    <a:pt x="4626" y="43"/>
                    <a:pt x="4604" y="43"/>
                    <a:pt x="4583" y="33"/>
                  </a:cubicBezTo>
                  <a:cubicBezTo>
                    <a:pt x="4562" y="33"/>
                    <a:pt x="4530" y="33"/>
                    <a:pt x="4508" y="22"/>
                  </a:cubicBezTo>
                  <a:cubicBezTo>
                    <a:pt x="4466" y="22"/>
                    <a:pt x="4413" y="11"/>
                    <a:pt x="4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 rot="31">
              <a:off x="7877951" y="9624657"/>
              <a:ext cx="3284547" cy="802900"/>
            </a:xfrm>
            <a:custGeom>
              <a:avLst/>
              <a:gdLst/>
              <a:ahLst/>
              <a:cxnLst/>
              <a:rect l="l" t="t" r="r" b="b"/>
              <a:pathLst>
                <a:path w="11806" h="2886" extrusionOk="0">
                  <a:moveTo>
                    <a:pt x="7139" y="1580"/>
                  </a:moveTo>
                  <a:cubicBezTo>
                    <a:pt x="7319" y="1580"/>
                    <a:pt x="7532" y="1592"/>
                    <a:pt x="7711" y="1592"/>
                  </a:cubicBezTo>
                  <a:cubicBezTo>
                    <a:pt x="7832" y="1592"/>
                    <a:pt x="7945" y="1598"/>
                    <a:pt x="8063" y="1601"/>
                  </a:cubicBezTo>
                  <a:lnTo>
                    <a:pt x="8063" y="1601"/>
                  </a:lnTo>
                  <a:lnTo>
                    <a:pt x="6311" y="1580"/>
                  </a:lnTo>
                  <a:close/>
                  <a:moveTo>
                    <a:pt x="5277" y="1581"/>
                  </a:moveTo>
                  <a:lnTo>
                    <a:pt x="5277" y="1581"/>
                  </a:lnTo>
                  <a:cubicBezTo>
                    <a:pt x="5068" y="1582"/>
                    <a:pt x="4872" y="1592"/>
                    <a:pt x="4741" y="1602"/>
                  </a:cubicBezTo>
                  <a:cubicBezTo>
                    <a:pt x="4918" y="1584"/>
                    <a:pt x="5094" y="1581"/>
                    <a:pt x="5277" y="1581"/>
                  </a:cubicBezTo>
                  <a:close/>
                  <a:moveTo>
                    <a:pt x="2228" y="0"/>
                  </a:moveTo>
                  <a:cubicBezTo>
                    <a:pt x="2196" y="22"/>
                    <a:pt x="2153" y="32"/>
                    <a:pt x="2122" y="53"/>
                  </a:cubicBezTo>
                  <a:cubicBezTo>
                    <a:pt x="2090" y="74"/>
                    <a:pt x="2058" y="85"/>
                    <a:pt x="2026" y="106"/>
                  </a:cubicBezTo>
                  <a:lnTo>
                    <a:pt x="1984" y="128"/>
                  </a:lnTo>
                  <a:cubicBezTo>
                    <a:pt x="1973" y="138"/>
                    <a:pt x="1952" y="138"/>
                    <a:pt x="1941" y="149"/>
                  </a:cubicBezTo>
                  <a:cubicBezTo>
                    <a:pt x="1920" y="159"/>
                    <a:pt x="1889" y="180"/>
                    <a:pt x="1867" y="191"/>
                  </a:cubicBezTo>
                  <a:cubicBezTo>
                    <a:pt x="1846" y="213"/>
                    <a:pt x="1814" y="223"/>
                    <a:pt x="1793" y="234"/>
                  </a:cubicBezTo>
                  <a:cubicBezTo>
                    <a:pt x="1698" y="297"/>
                    <a:pt x="1602" y="361"/>
                    <a:pt x="1517" y="425"/>
                  </a:cubicBezTo>
                  <a:lnTo>
                    <a:pt x="1485" y="456"/>
                  </a:lnTo>
                  <a:lnTo>
                    <a:pt x="1464" y="477"/>
                  </a:lnTo>
                  <a:cubicBezTo>
                    <a:pt x="1443" y="488"/>
                    <a:pt x="1422" y="510"/>
                    <a:pt x="1401" y="520"/>
                  </a:cubicBezTo>
                  <a:cubicBezTo>
                    <a:pt x="1368" y="552"/>
                    <a:pt x="1337" y="573"/>
                    <a:pt x="1305" y="605"/>
                  </a:cubicBezTo>
                  <a:cubicBezTo>
                    <a:pt x="1273" y="626"/>
                    <a:pt x="1241" y="658"/>
                    <a:pt x="1220" y="679"/>
                  </a:cubicBezTo>
                  <a:cubicBezTo>
                    <a:pt x="1188" y="711"/>
                    <a:pt x="1167" y="732"/>
                    <a:pt x="1135" y="753"/>
                  </a:cubicBezTo>
                  <a:cubicBezTo>
                    <a:pt x="1029" y="849"/>
                    <a:pt x="934" y="944"/>
                    <a:pt x="807" y="1082"/>
                  </a:cubicBezTo>
                  <a:cubicBezTo>
                    <a:pt x="743" y="1167"/>
                    <a:pt x="701" y="1231"/>
                    <a:pt x="658" y="1283"/>
                  </a:cubicBezTo>
                  <a:cubicBezTo>
                    <a:pt x="616" y="1326"/>
                    <a:pt x="541" y="1464"/>
                    <a:pt x="488" y="1549"/>
                  </a:cubicBezTo>
                  <a:lnTo>
                    <a:pt x="499" y="1528"/>
                  </a:lnTo>
                  <a:lnTo>
                    <a:pt x="499" y="1528"/>
                  </a:lnTo>
                  <a:cubicBezTo>
                    <a:pt x="477" y="1549"/>
                    <a:pt x="435" y="1613"/>
                    <a:pt x="414" y="1644"/>
                  </a:cubicBezTo>
                  <a:cubicBezTo>
                    <a:pt x="414" y="1665"/>
                    <a:pt x="404" y="1665"/>
                    <a:pt x="404" y="1665"/>
                  </a:cubicBezTo>
                  <a:lnTo>
                    <a:pt x="404" y="1655"/>
                  </a:lnTo>
                  <a:cubicBezTo>
                    <a:pt x="404" y="1644"/>
                    <a:pt x="414" y="1634"/>
                    <a:pt x="404" y="1634"/>
                  </a:cubicBezTo>
                  <a:cubicBezTo>
                    <a:pt x="404" y="1634"/>
                    <a:pt x="392" y="1644"/>
                    <a:pt x="382" y="1676"/>
                  </a:cubicBezTo>
                  <a:cubicBezTo>
                    <a:pt x="308" y="1804"/>
                    <a:pt x="234" y="1941"/>
                    <a:pt x="170" y="2079"/>
                  </a:cubicBezTo>
                  <a:cubicBezTo>
                    <a:pt x="117" y="2228"/>
                    <a:pt x="64" y="2376"/>
                    <a:pt x="32" y="2514"/>
                  </a:cubicBezTo>
                  <a:lnTo>
                    <a:pt x="32" y="2556"/>
                  </a:lnTo>
                  <a:cubicBezTo>
                    <a:pt x="22" y="2578"/>
                    <a:pt x="22" y="2599"/>
                    <a:pt x="22" y="2620"/>
                  </a:cubicBezTo>
                  <a:cubicBezTo>
                    <a:pt x="11" y="2641"/>
                    <a:pt x="11" y="2662"/>
                    <a:pt x="0" y="2684"/>
                  </a:cubicBezTo>
                  <a:cubicBezTo>
                    <a:pt x="11" y="2716"/>
                    <a:pt x="22" y="2705"/>
                    <a:pt x="22" y="2726"/>
                  </a:cubicBezTo>
                  <a:cubicBezTo>
                    <a:pt x="22" y="2726"/>
                    <a:pt x="22" y="2737"/>
                    <a:pt x="32" y="2758"/>
                  </a:cubicBezTo>
                  <a:lnTo>
                    <a:pt x="32" y="2822"/>
                  </a:lnTo>
                  <a:cubicBezTo>
                    <a:pt x="32" y="2853"/>
                    <a:pt x="43" y="2886"/>
                    <a:pt x="43" y="2886"/>
                  </a:cubicBezTo>
                  <a:cubicBezTo>
                    <a:pt x="53" y="2886"/>
                    <a:pt x="53" y="2886"/>
                    <a:pt x="53" y="2875"/>
                  </a:cubicBezTo>
                  <a:cubicBezTo>
                    <a:pt x="53" y="2875"/>
                    <a:pt x="64" y="2853"/>
                    <a:pt x="64" y="2832"/>
                  </a:cubicBezTo>
                  <a:cubicBezTo>
                    <a:pt x="74" y="2801"/>
                    <a:pt x="85" y="2768"/>
                    <a:pt x="95" y="2726"/>
                  </a:cubicBezTo>
                  <a:cubicBezTo>
                    <a:pt x="107" y="2695"/>
                    <a:pt x="117" y="2652"/>
                    <a:pt x="128" y="2610"/>
                  </a:cubicBezTo>
                  <a:cubicBezTo>
                    <a:pt x="138" y="2578"/>
                    <a:pt x="149" y="2535"/>
                    <a:pt x="159" y="2514"/>
                  </a:cubicBezTo>
                  <a:cubicBezTo>
                    <a:pt x="166" y="2514"/>
                    <a:pt x="168" y="2510"/>
                    <a:pt x="169" y="2507"/>
                  </a:cubicBezTo>
                  <a:lnTo>
                    <a:pt x="169" y="2507"/>
                  </a:lnTo>
                  <a:cubicBezTo>
                    <a:pt x="167" y="2519"/>
                    <a:pt x="161" y="2560"/>
                    <a:pt x="170" y="2578"/>
                  </a:cubicBezTo>
                  <a:cubicBezTo>
                    <a:pt x="191" y="2493"/>
                    <a:pt x="202" y="2450"/>
                    <a:pt x="213" y="2450"/>
                  </a:cubicBezTo>
                  <a:lnTo>
                    <a:pt x="213" y="2493"/>
                  </a:lnTo>
                  <a:cubicBezTo>
                    <a:pt x="213" y="2471"/>
                    <a:pt x="223" y="2461"/>
                    <a:pt x="223" y="2450"/>
                  </a:cubicBezTo>
                  <a:cubicBezTo>
                    <a:pt x="223" y="2429"/>
                    <a:pt x="234" y="2429"/>
                    <a:pt x="234" y="2429"/>
                  </a:cubicBezTo>
                  <a:lnTo>
                    <a:pt x="234" y="2450"/>
                  </a:lnTo>
                  <a:lnTo>
                    <a:pt x="234" y="2461"/>
                  </a:lnTo>
                  <a:cubicBezTo>
                    <a:pt x="286" y="2292"/>
                    <a:pt x="371" y="2111"/>
                    <a:pt x="456" y="1941"/>
                  </a:cubicBezTo>
                  <a:cubicBezTo>
                    <a:pt x="552" y="1771"/>
                    <a:pt x="647" y="1602"/>
                    <a:pt x="743" y="1453"/>
                  </a:cubicBezTo>
                  <a:cubicBezTo>
                    <a:pt x="785" y="1390"/>
                    <a:pt x="849" y="1283"/>
                    <a:pt x="902" y="1220"/>
                  </a:cubicBezTo>
                  <a:lnTo>
                    <a:pt x="934" y="1188"/>
                  </a:lnTo>
                  <a:cubicBezTo>
                    <a:pt x="934" y="1177"/>
                    <a:pt x="944" y="1156"/>
                    <a:pt x="965" y="1146"/>
                  </a:cubicBezTo>
                  <a:cubicBezTo>
                    <a:pt x="986" y="1125"/>
                    <a:pt x="1008" y="1104"/>
                    <a:pt x="1019" y="1082"/>
                  </a:cubicBezTo>
                  <a:cubicBezTo>
                    <a:pt x="1050" y="1040"/>
                    <a:pt x="1040" y="1040"/>
                    <a:pt x="1050" y="1019"/>
                  </a:cubicBezTo>
                  <a:cubicBezTo>
                    <a:pt x="1071" y="986"/>
                    <a:pt x="1093" y="965"/>
                    <a:pt x="1125" y="934"/>
                  </a:cubicBezTo>
                  <a:lnTo>
                    <a:pt x="1220" y="838"/>
                  </a:lnTo>
                  <a:cubicBezTo>
                    <a:pt x="1283" y="785"/>
                    <a:pt x="1358" y="711"/>
                    <a:pt x="1422" y="658"/>
                  </a:cubicBezTo>
                  <a:cubicBezTo>
                    <a:pt x="1559" y="552"/>
                    <a:pt x="1665" y="467"/>
                    <a:pt x="1655" y="456"/>
                  </a:cubicBezTo>
                  <a:cubicBezTo>
                    <a:pt x="1740" y="392"/>
                    <a:pt x="1793" y="361"/>
                    <a:pt x="1846" y="319"/>
                  </a:cubicBezTo>
                  <a:cubicBezTo>
                    <a:pt x="1867" y="297"/>
                    <a:pt x="1899" y="276"/>
                    <a:pt x="1931" y="255"/>
                  </a:cubicBezTo>
                  <a:cubicBezTo>
                    <a:pt x="1941" y="244"/>
                    <a:pt x="1962" y="234"/>
                    <a:pt x="1984" y="223"/>
                  </a:cubicBezTo>
                  <a:cubicBezTo>
                    <a:pt x="1995" y="223"/>
                    <a:pt x="2005" y="213"/>
                    <a:pt x="2016" y="202"/>
                  </a:cubicBezTo>
                  <a:cubicBezTo>
                    <a:pt x="2026" y="202"/>
                    <a:pt x="2037" y="191"/>
                    <a:pt x="2047" y="191"/>
                  </a:cubicBezTo>
                  <a:cubicBezTo>
                    <a:pt x="2058" y="180"/>
                    <a:pt x="2079" y="170"/>
                    <a:pt x="2101" y="159"/>
                  </a:cubicBezTo>
                  <a:cubicBezTo>
                    <a:pt x="2111" y="149"/>
                    <a:pt x="2122" y="149"/>
                    <a:pt x="2132" y="138"/>
                  </a:cubicBezTo>
                  <a:lnTo>
                    <a:pt x="2132" y="149"/>
                  </a:lnTo>
                  <a:lnTo>
                    <a:pt x="2132" y="159"/>
                  </a:lnTo>
                  <a:cubicBezTo>
                    <a:pt x="2132" y="223"/>
                    <a:pt x="2122" y="286"/>
                    <a:pt x="2111" y="361"/>
                  </a:cubicBezTo>
                  <a:cubicBezTo>
                    <a:pt x="2101" y="531"/>
                    <a:pt x="2079" y="722"/>
                    <a:pt x="2058" y="913"/>
                  </a:cubicBezTo>
                  <a:cubicBezTo>
                    <a:pt x="2047" y="1114"/>
                    <a:pt x="2026" y="1316"/>
                    <a:pt x="2005" y="1507"/>
                  </a:cubicBezTo>
                  <a:cubicBezTo>
                    <a:pt x="2005" y="1549"/>
                    <a:pt x="1995" y="1580"/>
                    <a:pt x="1995" y="1623"/>
                  </a:cubicBezTo>
                  <a:cubicBezTo>
                    <a:pt x="1995" y="1655"/>
                    <a:pt x="1984" y="1687"/>
                    <a:pt x="1984" y="1729"/>
                  </a:cubicBezTo>
                  <a:cubicBezTo>
                    <a:pt x="1973" y="1825"/>
                    <a:pt x="1973" y="1920"/>
                    <a:pt x="1995" y="2016"/>
                  </a:cubicBezTo>
                  <a:cubicBezTo>
                    <a:pt x="2005" y="2058"/>
                    <a:pt x="2026" y="2101"/>
                    <a:pt x="2047" y="2153"/>
                  </a:cubicBezTo>
                  <a:cubicBezTo>
                    <a:pt x="2068" y="2196"/>
                    <a:pt x="2101" y="2238"/>
                    <a:pt x="2143" y="2270"/>
                  </a:cubicBezTo>
                  <a:cubicBezTo>
                    <a:pt x="2186" y="2302"/>
                    <a:pt x="2228" y="2313"/>
                    <a:pt x="2281" y="2323"/>
                  </a:cubicBezTo>
                  <a:lnTo>
                    <a:pt x="2313" y="2323"/>
                  </a:lnTo>
                  <a:cubicBezTo>
                    <a:pt x="2355" y="2323"/>
                    <a:pt x="2398" y="2313"/>
                    <a:pt x="2429" y="2292"/>
                  </a:cubicBezTo>
                  <a:lnTo>
                    <a:pt x="2493" y="2259"/>
                  </a:lnTo>
                  <a:lnTo>
                    <a:pt x="2546" y="2207"/>
                  </a:lnTo>
                  <a:cubicBezTo>
                    <a:pt x="2578" y="2174"/>
                    <a:pt x="2599" y="2132"/>
                    <a:pt x="2620" y="2101"/>
                  </a:cubicBezTo>
                  <a:cubicBezTo>
                    <a:pt x="2662" y="2016"/>
                    <a:pt x="2695" y="1941"/>
                    <a:pt x="2716" y="1856"/>
                  </a:cubicBezTo>
                  <a:cubicBezTo>
                    <a:pt x="2726" y="1835"/>
                    <a:pt x="2726" y="1814"/>
                    <a:pt x="2726" y="1793"/>
                  </a:cubicBezTo>
                  <a:lnTo>
                    <a:pt x="2737" y="1761"/>
                  </a:lnTo>
                  <a:cubicBezTo>
                    <a:pt x="2737" y="1750"/>
                    <a:pt x="2737" y="1740"/>
                    <a:pt x="2747" y="1729"/>
                  </a:cubicBezTo>
                  <a:cubicBezTo>
                    <a:pt x="2747" y="1698"/>
                    <a:pt x="2758" y="1655"/>
                    <a:pt x="2780" y="1623"/>
                  </a:cubicBezTo>
                  <a:cubicBezTo>
                    <a:pt x="2801" y="1549"/>
                    <a:pt x="2832" y="1474"/>
                    <a:pt x="2875" y="1422"/>
                  </a:cubicBezTo>
                  <a:cubicBezTo>
                    <a:pt x="2928" y="1358"/>
                    <a:pt x="2981" y="1316"/>
                    <a:pt x="3044" y="1305"/>
                  </a:cubicBezTo>
                  <a:cubicBezTo>
                    <a:pt x="3044" y="1294"/>
                    <a:pt x="3055" y="1294"/>
                    <a:pt x="3066" y="1294"/>
                  </a:cubicBezTo>
                  <a:lnTo>
                    <a:pt x="3087" y="1294"/>
                  </a:lnTo>
                  <a:cubicBezTo>
                    <a:pt x="3108" y="1305"/>
                    <a:pt x="3119" y="1305"/>
                    <a:pt x="3129" y="1305"/>
                  </a:cubicBezTo>
                  <a:cubicBezTo>
                    <a:pt x="3140" y="1316"/>
                    <a:pt x="3150" y="1316"/>
                    <a:pt x="3161" y="1316"/>
                  </a:cubicBezTo>
                  <a:cubicBezTo>
                    <a:pt x="3161" y="1326"/>
                    <a:pt x="3172" y="1326"/>
                    <a:pt x="3183" y="1326"/>
                  </a:cubicBezTo>
                  <a:lnTo>
                    <a:pt x="3214" y="1358"/>
                  </a:lnTo>
                  <a:lnTo>
                    <a:pt x="3278" y="1453"/>
                  </a:lnTo>
                  <a:cubicBezTo>
                    <a:pt x="3299" y="1485"/>
                    <a:pt x="3310" y="1517"/>
                    <a:pt x="3331" y="1559"/>
                  </a:cubicBezTo>
                  <a:cubicBezTo>
                    <a:pt x="3352" y="1592"/>
                    <a:pt x="3363" y="1623"/>
                    <a:pt x="3384" y="1665"/>
                  </a:cubicBezTo>
                  <a:cubicBezTo>
                    <a:pt x="3405" y="1708"/>
                    <a:pt x="3426" y="1740"/>
                    <a:pt x="3458" y="1771"/>
                  </a:cubicBezTo>
                  <a:cubicBezTo>
                    <a:pt x="3490" y="1814"/>
                    <a:pt x="3522" y="1846"/>
                    <a:pt x="3564" y="1867"/>
                  </a:cubicBezTo>
                  <a:cubicBezTo>
                    <a:pt x="3607" y="1889"/>
                    <a:pt x="3649" y="1910"/>
                    <a:pt x="3702" y="1910"/>
                  </a:cubicBezTo>
                  <a:cubicBezTo>
                    <a:pt x="3713" y="1910"/>
                    <a:pt x="3734" y="1920"/>
                    <a:pt x="3744" y="1920"/>
                  </a:cubicBezTo>
                  <a:cubicBezTo>
                    <a:pt x="3777" y="1920"/>
                    <a:pt x="3808" y="1910"/>
                    <a:pt x="3840" y="1910"/>
                  </a:cubicBezTo>
                  <a:lnTo>
                    <a:pt x="3968" y="1877"/>
                  </a:lnTo>
                  <a:cubicBezTo>
                    <a:pt x="4010" y="1867"/>
                    <a:pt x="4052" y="1846"/>
                    <a:pt x="4084" y="1835"/>
                  </a:cubicBezTo>
                  <a:cubicBezTo>
                    <a:pt x="4126" y="1814"/>
                    <a:pt x="4169" y="1804"/>
                    <a:pt x="4211" y="1793"/>
                  </a:cubicBezTo>
                  <a:cubicBezTo>
                    <a:pt x="4286" y="1761"/>
                    <a:pt x="4371" y="1740"/>
                    <a:pt x="4455" y="1719"/>
                  </a:cubicBezTo>
                  <a:cubicBezTo>
                    <a:pt x="4498" y="1719"/>
                    <a:pt x="4540" y="1708"/>
                    <a:pt x="4583" y="1698"/>
                  </a:cubicBezTo>
                  <a:cubicBezTo>
                    <a:pt x="4604" y="1698"/>
                    <a:pt x="4625" y="1687"/>
                    <a:pt x="4646" y="1687"/>
                  </a:cubicBezTo>
                  <a:cubicBezTo>
                    <a:pt x="4668" y="1687"/>
                    <a:pt x="4689" y="1676"/>
                    <a:pt x="4720" y="1676"/>
                  </a:cubicBezTo>
                  <a:cubicBezTo>
                    <a:pt x="4996" y="1634"/>
                    <a:pt x="5293" y="1634"/>
                    <a:pt x="5580" y="1634"/>
                  </a:cubicBezTo>
                  <a:lnTo>
                    <a:pt x="5813" y="1634"/>
                  </a:lnTo>
                  <a:cubicBezTo>
                    <a:pt x="6184" y="1634"/>
                    <a:pt x="6556" y="1634"/>
                    <a:pt x="6916" y="1644"/>
                  </a:cubicBezTo>
                  <a:cubicBezTo>
                    <a:pt x="7648" y="1644"/>
                    <a:pt x="8348" y="1655"/>
                    <a:pt x="8974" y="1665"/>
                  </a:cubicBezTo>
                  <a:cubicBezTo>
                    <a:pt x="10247" y="1698"/>
                    <a:pt x="11233" y="1719"/>
                    <a:pt x="11594" y="1729"/>
                  </a:cubicBezTo>
                  <a:lnTo>
                    <a:pt x="11806" y="1719"/>
                  </a:lnTo>
                  <a:cubicBezTo>
                    <a:pt x="11329" y="1687"/>
                    <a:pt x="9748" y="1676"/>
                    <a:pt x="9048" y="1655"/>
                  </a:cubicBezTo>
                  <a:cubicBezTo>
                    <a:pt x="8804" y="1655"/>
                    <a:pt x="8613" y="1646"/>
                    <a:pt x="8468" y="1644"/>
                  </a:cubicBezTo>
                  <a:lnTo>
                    <a:pt x="8468" y="1644"/>
                  </a:lnTo>
                  <a:cubicBezTo>
                    <a:pt x="8572" y="1645"/>
                    <a:pt x="8781" y="1647"/>
                    <a:pt x="9048" y="1655"/>
                  </a:cubicBezTo>
                  <a:cubicBezTo>
                    <a:pt x="9260" y="1655"/>
                    <a:pt x="9493" y="1665"/>
                    <a:pt x="9780" y="1665"/>
                  </a:cubicBezTo>
                  <a:cubicBezTo>
                    <a:pt x="9430" y="1655"/>
                    <a:pt x="9090" y="1634"/>
                    <a:pt x="8847" y="1623"/>
                  </a:cubicBezTo>
                  <a:lnTo>
                    <a:pt x="8305" y="1623"/>
                  </a:lnTo>
                  <a:cubicBezTo>
                    <a:pt x="7510" y="1613"/>
                    <a:pt x="6736" y="1602"/>
                    <a:pt x="5940" y="1592"/>
                  </a:cubicBezTo>
                  <a:cubicBezTo>
                    <a:pt x="5798" y="1581"/>
                    <a:pt x="5588" y="1580"/>
                    <a:pt x="5366" y="1580"/>
                  </a:cubicBezTo>
                  <a:lnTo>
                    <a:pt x="5366" y="1580"/>
                  </a:lnTo>
                  <a:cubicBezTo>
                    <a:pt x="5373" y="1580"/>
                    <a:pt x="5381" y="1580"/>
                    <a:pt x="5389" y="1580"/>
                  </a:cubicBezTo>
                  <a:lnTo>
                    <a:pt x="5622" y="1580"/>
                  </a:lnTo>
                  <a:lnTo>
                    <a:pt x="6492" y="1592"/>
                  </a:lnTo>
                  <a:lnTo>
                    <a:pt x="8242" y="1613"/>
                  </a:lnTo>
                  <a:cubicBezTo>
                    <a:pt x="8229" y="1608"/>
                    <a:pt x="8216" y="1605"/>
                    <a:pt x="8203" y="1604"/>
                  </a:cubicBezTo>
                  <a:lnTo>
                    <a:pt x="8203" y="1604"/>
                  </a:lnTo>
                  <a:lnTo>
                    <a:pt x="8423" y="1613"/>
                  </a:lnTo>
                  <a:lnTo>
                    <a:pt x="8496" y="1613"/>
                  </a:lnTo>
                  <a:cubicBezTo>
                    <a:pt x="8274" y="1580"/>
                    <a:pt x="5993" y="1538"/>
                    <a:pt x="5590" y="1538"/>
                  </a:cubicBezTo>
                  <a:lnTo>
                    <a:pt x="5580" y="1538"/>
                  </a:lnTo>
                  <a:cubicBezTo>
                    <a:pt x="5431" y="1538"/>
                    <a:pt x="5283" y="1538"/>
                    <a:pt x="5134" y="1549"/>
                  </a:cubicBezTo>
                  <a:cubicBezTo>
                    <a:pt x="4975" y="1559"/>
                    <a:pt x="4826" y="1570"/>
                    <a:pt x="4657" y="1602"/>
                  </a:cubicBezTo>
                  <a:cubicBezTo>
                    <a:pt x="4540" y="1613"/>
                    <a:pt x="4444" y="1623"/>
                    <a:pt x="4360" y="1655"/>
                  </a:cubicBezTo>
                  <a:cubicBezTo>
                    <a:pt x="4349" y="1655"/>
                    <a:pt x="4338" y="1655"/>
                    <a:pt x="4317" y="1665"/>
                  </a:cubicBezTo>
                  <a:cubicBezTo>
                    <a:pt x="4307" y="1665"/>
                    <a:pt x="4286" y="1676"/>
                    <a:pt x="4265" y="1687"/>
                  </a:cubicBezTo>
                  <a:cubicBezTo>
                    <a:pt x="4232" y="1687"/>
                    <a:pt x="4211" y="1698"/>
                    <a:pt x="4180" y="1708"/>
                  </a:cubicBezTo>
                  <a:cubicBezTo>
                    <a:pt x="4158" y="1719"/>
                    <a:pt x="4126" y="1729"/>
                    <a:pt x="4095" y="1729"/>
                  </a:cubicBezTo>
                  <a:cubicBezTo>
                    <a:pt x="4041" y="1750"/>
                    <a:pt x="3999" y="1771"/>
                    <a:pt x="3946" y="1782"/>
                  </a:cubicBezTo>
                  <a:cubicBezTo>
                    <a:pt x="3893" y="1804"/>
                    <a:pt x="3850" y="1814"/>
                    <a:pt x="3798" y="1814"/>
                  </a:cubicBezTo>
                  <a:cubicBezTo>
                    <a:pt x="3787" y="1825"/>
                    <a:pt x="3766" y="1825"/>
                    <a:pt x="3744" y="1825"/>
                  </a:cubicBezTo>
                  <a:cubicBezTo>
                    <a:pt x="3723" y="1825"/>
                    <a:pt x="3702" y="1825"/>
                    <a:pt x="3681" y="1814"/>
                  </a:cubicBezTo>
                  <a:cubicBezTo>
                    <a:pt x="3649" y="1814"/>
                    <a:pt x="3617" y="1793"/>
                    <a:pt x="3586" y="1771"/>
                  </a:cubicBezTo>
                  <a:cubicBezTo>
                    <a:pt x="3553" y="1740"/>
                    <a:pt x="3532" y="1698"/>
                    <a:pt x="3511" y="1655"/>
                  </a:cubicBezTo>
                  <a:cubicBezTo>
                    <a:pt x="3490" y="1613"/>
                    <a:pt x="3469" y="1570"/>
                    <a:pt x="3458" y="1538"/>
                  </a:cubicBezTo>
                  <a:cubicBezTo>
                    <a:pt x="3447" y="1496"/>
                    <a:pt x="3437" y="1474"/>
                    <a:pt x="3426" y="1464"/>
                  </a:cubicBezTo>
                  <a:cubicBezTo>
                    <a:pt x="3395" y="1432"/>
                    <a:pt x="3384" y="1422"/>
                    <a:pt x="3374" y="1401"/>
                  </a:cubicBezTo>
                  <a:cubicBezTo>
                    <a:pt x="3363" y="1379"/>
                    <a:pt x="3352" y="1358"/>
                    <a:pt x="3331" y="1326"/>
                  </a:cubicBezTo>
                  <a:cubicBezTo>
                    <a:pt x="3320" y="1305"/>
                    <a:pt x="3310" y="1294"/>
                    <a:pt x="3289" y="1273"/>
                  </a:cubicBezTo>
                  <a:cubicBezTo>
                    <a:pt x="3267" y="1241"/>
                    <a:pt x="3235" y="1220"/>
                    <a:pt x="3193" y="1199"/>
                  </a:cubicBezTo>
                  <a:cubicBezTo>
                    <a:pt x="3172" y="1199"/>
                    <a:pt x="3129" y="1188"/>
                    <a:pt x="3087" y="1188"/>
                  </a:cubicBezTo>
                  <a:lnTo>
                    <a:pt x="3066" y="1188"/>
                  </a:lnTo>
                  <a:cubicBezTo>
                    <a:pt x="3044" y="1188"/>
                    <a:pt x="3013" y="1188"/>
                    <a:pt x="2992" y="1199"/>
                  </a:cubicBezTo>
                  <a:cubicBezTo>
                    <a:pt x="2970" y="1210"/>
                    <a:pt x="2938" y="1220"/>
                    <a:pt x="2928" y="1231"/>
                  </a:cubicBezTo>
                  <a:cubicBezTo>
                    <a:pt x="2896" y="1252"/>
                    <a:pt x="2864" y="1262"/>
                    <a:pt x="2843" y="1283"/>
                  </a:cubicBezTo>
                  <a:cubicBezTo>
                    <a:pt x="2832" y="1305"/>
                    <a:pt x="2811" y="1326"/>
                    <a:pt x="2801" y="1347"/>
                  </a:cubicBezTo>
                  <a:cubicBezTo>
                    <a:pt x="2769" y="1390"/>
                    <a:pt x="2747" y="1422"/>
                    <a:pt x="2726" y="1464"/>
                  </a:cubicBezTo>
                  <a:cubicBezTo>
                    <a:pt x="2705" y="1496"/>
                    <a:pt x="2695" y="1538"/>
                    <a:pt x="2673" y="1592"/>
                  </a:cubicBezTo>
                  <a:cubicBezTo>
                    <a:pt x="2673" y="1613"/>
                    <a:pt x="2662" y="1644"/>
                    <a:pt x="2652" y="1665"/>
                  </a:cubicBezTo>
                  <a:cubicBezTo>
                    <a:pt x="2652" y="1687"/>
                    <a:pt x="2652" y="1698"/>
                    <a:pt x="2641" y="1719"/>
                  </a:cubicBezTo>
                  <a:lnTo>
                    <a:pt x="2641" y="1761"/>
                  </a:lnTo>
                  <a:cubicBezTo>
                    <a:pt x="2620" y="1856"/>
                    <a:pt x="2599" y="1931"/>
                    <a:pt x="2567" y="1995"/>
                  </a:cubicBezTo>
                  <a:cubicBezTo>
                    <a:pt x="2546" y="2058"/>
                    <a:pt x="2514" y="2101"/>
                    <a:pt x="2483" y="2143"/>
                  </a:cubicBezTo>
                  <a:cubicBezTo>
                    <a:pt x="2440" y="2174"/>
                    <a:pt x="2408" y="2207"/>
                    <a:pt x="2355" y="2228"/>
                  </a:cubicBezTo>
                  <a:lnTo>
                    <a:pt x="2270" y="2228"/>
                  </a:lnTo>
                  <a:cubicBezTo>
                    <a:pt x="2259" y="2228"/>
                    <a:pt x="2238" y="2217"/>
                    <a:pt x="2228" y="2217"/>
                  </a:cubicBezTo>
                  <a:cubicBezTo>
                    <a:pt x="2217" y="2207"/>
                    <a:pt x="2196" y="2207"/>
                    <a:pt x="2186" y="2196"/>
                  </a:cubicBezTo>
                  <a:cubicBezTo>
                    <a:pt x="2175" y="2186"/>
                    <a:pt x="2143" y="2164"/>
                    <a:pt x="2122" y="2122"/>
                  </a:cubicBezTo>
                  <a:cubicBezTo>
                    <a:pt x="2090" y="2079"/>
                    <a:pt x="2068" y="2005"/>
                    <a:pt x="2068" y="1941"/>
                  </a:cubicBezTo>
                  <a:cubicBezTo>
                    <a:pt x="2058" y="1867"/>
                    <a:pt x="2058" y="1804"/>
                    <a:pt x="2058" y="1750"/>
                  </a:cubicBezTo>
                  <a:lnTo>
                    <a:pt x="2058" y="1687"/>
                  </a:lnTo>
                  <a:lnTo>
                    <a:pt x="2058" y="1665"/>
                  </a:lnTo>
                  <a:cubicBezTo>
                    <a:pt x="2111" y="1231"/>
                    <a:pt x="2122" y="955"/>
                    <a:pt x="2175" y="626"/>
                  </a:cubicBezTo>
                  <a:cubicBezTo>
                    <a:pt x="2175" y="520"/>
                    <a:pt x="2186" y="414"/>
                    <a:pt x="2196" y="308"/>
                  </a:cubicBezTo>
                  <a:cubicBezTo>
                    <a:pt x="2207" y="244"/>
                    <a:pt x="2207" y="180"/>
                    <a:pt x="2217" y="106"/>
                  </a:cubicBezTo>
                  <a:lnTo>
                    <a:pt x="2217" y="53"/>
                  </a:lnTo>
                  <a:lnTo>
                    <a:pt x="2228" y="22"/>
                  </a:lnTo>
                  <a:lnTo>
                    <a:pt x="2228" y="11"/>
                  </a:lnTo>
                  <a:lnTo>
                    <a:pt x="2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9472776" y="9578655"/>
              <a:ext cx="1689720" cy="362148"/>
            </a:xfrm>
            <a:custGeom>
              <a:avLst/>
              <a:gdLst/>
              <a:ahLst/>
              <a:cxnLst/>
              <a:rect l="l" t="t" r="r" b="b"/>
              <a:pathLst>
                <a:path w="11287" h="2419" extrusionOk="0">
                  <a:moveTo>
                    <a:pt x="3967" y="330"/>
                  </a:moveTo>
                  <a:cubicBezTo>
                    <a:pt x="4063" y="330"/>
                    <a:pt x="4158" y="351"/>
                    <a:pt x="4243" y="393"/>
                  </a:cubicBezTo>
                  <a:cubicBezTo>
                    <a:pt x="4264" y="404"/>
                    <a:pt x="4275" y="425"/>
                    <a:pt x="4296" y="436"/>
                  </a:cubicBezTo>
                  <a:lnTo>
                    <a:pt x="4339" y="478"/>
                  </a:lnTo>
                  <a:cubicBezTo>
                    <a:pt x="4349" y="500"/>
                    <a:pt x="4360" y="510"/>
                    <a:pt x="4370" y="531"/>
                  </a:cubicBezTo>
                  <a:cubicBezTo>
                    <a:pt x="4370" y="542"/>
                    <a:pt x="4370" y="542"/>
                    <a:pt x="4381" y="542"/>
                  </a:cubicBezTo>
                  <a:lnTo>
                    <a:pt x="4381" y="563"/>
                  </a:lnTo>
                  <a:cubicBezTo>
                    <a:pt x="4381" y="573"/>
                    <a:pt x="4392" y="584"/>
                    <a:pt x="4392" y="595"/>
                  </a:cubicBezTo>
                  <a:cubicBezTo>
                    <a:pt x="4403" y="616"/>
                    <a:pt x="4403" y="648"/>
                    <a:pt x="4403" y="669"/>
                  </a:cubicBezTo>
                  <a:cubicBezTo>
                    <a:pt x="4360" y="669"/>
                    <a:pt x="4328" y="669"/>
                    <a:pt x="4285" y="658"/>
                  </a:cubicBezTo>
                  <a:cubicBezTo>
                    <a:pt x="4233" y="658"/>
                    <a:pt x="4190" y="648"/>
                    <a:pt x="4137" y="648"/>
                  </a:cubicBezTo>
                  <a:cubicBezTo>
                    <a:pt x="4084" y="637"/>
                    <a:pt x="4031" y="637"/>
                    <a:pt x="3978" y="627"/>
                  </a:cubicBezTo>
                  <a:cubicBezTo>
                    <a:pt x="3936" y="627"/>
                    <a:pt x="3882" y="616"/>
                    <a:pt x="3840" y="606"/>
                  </a:cubicBezTo>
                  <a:cubicBezTo>
                    <a:pt x="3787" y="606"/>
                    <a:pt x="3745" y="595"/>
                    <a:pt x="3702" y="595"/>
                  </a:cubicBezTo>
                  <a:cubicBezTo>
                    <a:pt x="3681" y="584"/>
                    <a:pt x="3660" y="584"/>
                    <a:pt x="3649" y="584"/>
                  </a:cubicBezTo>
                  <a:cubicBezTo>
                    <a:pt x="3639" y="563"/>
                    <a:pt x="3639" y="552"/>
                    <a:pt x="3628" y="531"/>
                  </a:cubicBezTo>
                  <a:cubicBezTo>
                    <a:pt x="3618" y="521"/>
                    <a:pt x="3618" y="500"/>
                    <a:pt x="3607" y="478"/>
                  </a:cubicBezTo>
                  <a:cubicBezTo>
                    <a:pt x="3585" y="436"/>
                    <a:pt x="3575" y="404"/>
                    <a:pt x="3554" y="372"/>
                  </a:cubicBezTo>
                  <a:cubicBezTo>
                    <a:pt x="3564" y="372"/>
                    <a:pt x="3575" y="372"/>
                    <a:pt x="3585" y="361"/>
                  </a:cubicBezTo>
                  <a:lnTo>
                    <a:pt x="3628" y="361"/>
                  </a:lnTo>
                  <a:cubicBezTo>
                    <a:pt x="3639" y="351"/>
                    <a:pt x="3649" y="351"/>
                    <a:pt x="3660" y="351"/>
                  </a:cubicBezTo>
                  <a:cubicBezTo>
                    <a:pt x="3713" y="340"/>
                    <a:pt x="3766" y="330"/>
                    <a:pt x="3819" y="330"/>
                  </a:cubicBezTo>
                  <a:close/>
                  <a:moveTo>
                    <a:pt x="3670" y="648"/>
                  </a:moveTo>
                  <a:cubicBezTo>
                    <a:pt x="3734" y="658"/>
                    <a:pt x="3809" y="669"/>
                    <a:pt x="3882" y="679"/>
                  </a:cubicBezTo>
                  <a:cubicBezTo>
                    <a:pt x="3809" y="669"/>
                    <a:pt x="3734" y="669"/>
                    <a:pt x="3670" y="658"/>
                  </a:cubicBezTo>
                  <a:cubicBezTo>
                    <a:pt x="3670" y="648"/>
                    <a:pt x="3660" y="648"/>
                    <a:pt x="3660" y="648"/>
                  </a:cubicBezTo>
                  <a:close/>
                  <a:moveTo>
                    <a:pt x="3882" y="679"/>
                  </a:moveTo>
                  <a:lnTo>
                    <a:pt x="3882" y="679"/>
                  </a:lnTo>
                  <a:cubicBezTo>
                    <a:pt x="4052" y="701"/>
                    <a:pt x="4222" y="712"/>
                    <a:pt x="4392" y="722"/>
                  </a:cubicBezTo>
                  <a:lnTo>
                    <a:pt x="4392" y="733"/>
                  </a:lnTo>
                  <a:cubicBezTo>
                    <a:pt x="4222" y="722"/>
                    <a:pt x="4052" y="701"/>
                    <a:pt x="3882" y="679"/>
                  </a:cubicBezTo>
                  <a:close/>
                  <a:moveTo>
                    <a:pt x="3660" y="669"/>
                  </a:moveTo>
                  <a:cubicBezTo>
                    <a:pt x="3713" y="679"/>
                    <a:pt x="3776" y="690"/>
                    <a:pt x="3830" y="690"/>
                  </a:cubicBezTo>
                  <a:cubicBezTo>
                    <a:pt x="3882" y="701"/>
                    <a:pt x="3925" y="701"/>
                    <a:pt x="3978" y="712"/>
                  </a:cubicBezTo>
                  <a:lnTo>
                    <a:pt x="4127" y="722"/>
                  </a:lnTo>
                  <a:cubicBezTo>
                    <a:pt x="4212" y="733"/>
                    <a:pt x="4296" y="743"/>
                    <a:pt x="4381" y="743"/>
                  </a:cubicBezTo>
                  <a:lnTo>
                    <a:pt x="4381" y="764"/>
                  </a:lnTo>
                  <a:cubicBezTo>
                    <a:pt x="4307" y="764"/>
                    <a:pt x="4243" y="754"/>
                    <a:pt x="4169" y="743"/>
                  </a:cubicBezTo>
                  <a:cubicBezTo>
                    <a:pt x="4106" y="743"/>
                    <a:pt x="4042" y="733"/>
                    <a:pt x="3978" y="722"/>
                  </a:cubicBezTo>
                  <a:cubicBezTo>
                    <a:pt x="3904" y="722"/>
                    <a:pt x="3840" y="712"/>
                    <a:pt x="3776" y="701"/>
                  </a:cubicBezTo>
                  <a:lnTo>
                    <a:pt x="3724" y="701"/>
                  </a:lnTo>
                  <a:lnTo>
                    <a:pt x="3681" y="690"/>
                  </a:lnTo>
                  <a:lnTo>
                    <a:pt x="3660" y="690"/>
                  </a:lnTo>
                  <a:lnTo>
                    <a:pt x="3660" y="669"/>
                  </a:lnTo>
                  <a:close/>
                  <a:moveTo>
                    <a:pt x="4572" y="733"/>
                  </a:moveTo>
                  <a:cubicBezTo>
                    <a:pt x="4710" y="743"/>
                    <a:pt x="4848" y="743"/>
                    <a:pt x="4997" y="754"/>
                  </a:cubicBezTo>
                  <a:cubicBezTo>
                    <a:pt x="5219" y="754"/>
                    <a:pt x="5484" y="764"/>
                    <a:pt x="5718" y="764"/>
                  </a:cubicBezTo>
                  <a:lnTo>
                    <a:pt x="5770" y="764"/>
                  </a:lnTo>
                  <a:cubicBezTo>
                    <a:pt x="5972" y="764"/>
                    <a:pt x="6152" y="764"/>
                    <a:pt x="6343" y="775"/>
                  </a:cubicBezTo>
                  <a:lnTo>
                    <a:pt x="5739" y="775"/>
                  </a:lnTo>
                  <a:cubicBezTo>
                    <a:pt x="5346" y="775"/>
                    <a:pt x="4954" y="764"/>
                    <a:pt x="4572" y="743"/>
                  </a:cubicBezTo>
                  <a:lnTo>
                    <a:pt x="4572" y="733"/>
                  </a:lnTo>
                  <a:close/>
                  <a:moveTo>
                    <a:pt x="3670" y="775"/>
                  </a:moveTo>
                  <a:cubicBezTo>
                    <a:pt x="3766" y="785"/>
                    <a:pt x="3861" y="797"/>
                    <a:pt x="3946" y="807"/>
                  </a:cubicBezTo>
                  <a:cubicBezTo>
                    <a:pt x="4084" y="818"/>
                    <a:pt x="4212" y="828"/>
                    <a:pt x="4339" y="839"/>
                  </a:cubicBezTo>
                  <a:lnTo>
                    <a:pt x="4339" y="849"/>
                  </a:lnTo>
                  <a:cubicBezTo>
                    <a:pt x="4318" y="892"/>
                    <a:pt x="4285" y="934"/>
                    <a:pt x="4243" y="966"/>
                  </a:cubicBezTo>
                  <a:cubicBezTo>
                    <a:pt x="4212" y="998"/>
                    <a:pt x="4169" y="1030"/>
                    <a:pt x="4116" y="1051"/>
                  </a:cubicBezTo>
                  <a:cubicBezTo>
                    <a:pt x="4031" y="1104"/>
                    <a:pt x="3915" y="1136"/>
                    <a:pt x="3797" y="1157"/>
                  </a:cubicBezTo>
                  <a:cubicBezTo>
                    <a:pt x="3745" y="1167"/>
                    <a:pt x="3681" y="1167"/>
                    <a:pt x="3618" y="1178"/>
                  </a:cubicBezTo>
                  <a:lnTo>
                    <a:pt x="3564" y="1178"/>
                  </a:lnTo>
                  <a:cubicBezTo>
                    <a:pt x="3596" y="1115"/>
                    <a:pt x="3628" y="1051"/>
                    <a:pt x="3639" y="976"/>
                  </a:cubicBezTo>
                  <a:cubicBezTo>
                    <a:pt x="3649" y="934"/>
                    <a:pt x="3660" y="892"/>
                    <a:pt x="3660" y="849"/>
                  </a:cubicBezTo>
                  <a:cubicBezTo>
                    <a:pt x="3670" y="828"/>
                    <a:pt x="3670" y="807"/>
                    <a:pt x="3670" y="785"/>
                  </a:cubicBezTo>
                  <a:lnTo>
                    <a:pt x="3670" y="775"/>
                  </a:lnTo>
                  <a:close/>
                  <a:moveTo>
                    <a:pt x="3394" y="743"/>
                  </a:moveTo>
                  <a:cubicBezTo>
                    <a:pt x="3427" y="743"/>
                    <a:pt x="3458" y="754"/>
                    <a:pt x="3490" y="754"/>
                  </a:cubicBezTo>
                  <a:lnTo>
                    <a:pt x="3500" y="754"/>
                  </a:lnTo>
                  <a:lnTo>
                    <a:pt x="3500" y="828"/>
                  </a:lnTo>
                  <a:cubicBezTo>
                    <a:pt x="3500" y="913"/>
                    <a:pt x="3469" y="1009"/>
                    <a:pt x="3437" y="1104"/>
                  </a:cubicBezTo>
                  <a:cubicBezTo>
                    <a:pt x="3416" y="1136"/>
                    <a:pt x="3405" y="1167"/>
                    <a:pt x="3384" y="1200"/>
                  </a:cubicBezTo>
                  <a:lnTo>
                    <a:pt x="3352" y="1200"/>
                  </a:lnTo>
                  <a:cubicBezTo>
                    <a:pt x="3321" y="1200"/>
                    <a:pt x="3299" y="1200"/>
                    <a:pt x="3267" y="1189"/>
                  </a:cubicBezTo>
                  <a:cubicBezTo>
                    <a:pt x="3236" y="1189"/>
                    <a:pt x="3215" y="1178"/>
                    <a:pt x="3182" y="1178"/>
                  </a:cubicBezTo>
                  <a:cubicBezTo>
                    <a:pt x="3172" y="1167"/>
                    <a:pt x="3161" y="1167"/>
                    <a:pt x="3151" y="1157"/>
                  </a:cubicBezTo>
                  <a:lnTo>
                    <a:pt x="3130" y="1157"/>
                  </a:lnTo>
                  <a:lnTo>
                    <a:pt x="3119" y="1146"/>
                  </a:lnTo>
                  <a:cubicBezTo>
                    <a:pt x="3066" y="1125"/>
                    <a:pt x="3034" y="1082"/>
                    <a:pt x="3002" y="1040"/>
                  </a:cubicBezTo>
                  <a:cubicBezTo>
                    <a:pt x="2981" y="998"/>
                    <a:pt x="2970" y="955"/>
                    <a:pt x="2981" y="903"/>
                  </a:cubicBezTo>
                  <a:cubicBezTo>
                    <a:pt x="2991" y="881"/>
                    <a:pt x="3002" y="860"/>
                    <a:pt x="3013" y="849"/>
                  </a:cubicBezTo>
                  <a:cubicBezTo>
                    <a:pt x="3024" y="828"/>
                    <a:pt x="3045" y="807"/>
                    <a:pt x="3066" y="797"/>
                  </a:cubicBezTo>
                  <a:cubicBezTo>
                    <a:pt x="3108" y="775"/>
                    <a:pt x="3161" y="754"/>
                    <a:pt x="3225" y="754"/>
                  </a:cubicBezTo>
                  <a:cubicBezTo>
                    <a:pt x="3257" y="743"/>
                    <a:pt x="3288" y="743"/>
                    <a:pt x="3331" y="743"/>
                  </a:cubicBezTo>
                  <a:close/>
                  <a:moveTo>
                    <a:pt x="3776" y="1295"/>
                  </a:moveTo>
                  <a:cubicBezTo>
                    <a:pt x="3724" y="1306"/>
                    <a:pt x="3670" y="1306"/>
                    <a:pt x="3628" y="1306"/>
                  </a:cubicBezTo>
                  <a:cubicBezTo>
                    <a:pt x="3585" y="1316"/>
                    <a:pt x="3543" y="1316"/>
                    <a:pt x="3500" y="1316"/>
                  </a:cubicBezTo>
                  <a:cubicBezTo>
                    <a:pt x="3543" y="1316"/>
                    <a:pt x="3575" y="1306"/>
                    <a:pt x="3607" y="1306"/>
                  </a:cubicBezTo>
                  <a:cubicBezTo>
                    <a:pt x="3670" y="1306"/>
                    <a:pt x="3724" y="1295"/>
                    <a:pt x="3776" y="1295"/>
                  </a:cubicBezTo>
                  <a:close/>
                  <a:moveTo>
                    <a:pt x="3384" y="637"/>
                  </a:moveTo>
                  <a:cubicBezTo>
                    <a:pt x="3416" y="637"/>
                    <a:pt x="3437" y="637"/>
                    <a:pt x="3469" y="648"/>
                  </a:cubicBezTo>
                  <a:lnTo>
                    <a:pt x="3479" y="648"/>
                  </a:lnTo>
                  <a:lnTo>
                    <a:pt x="3479" y="658"/>
                  </a:lnTo>
                  <a:cubicBezTo>
                    <a:pt x="3448" y="658"/>
                    <a:pt x="3416" y="648"/>
                    <a:pt x="3373" y="648"/>
                  </a:cubicBezTo>
                  <a:lnTo>
                    <a:pt x="3203" y="648"/>
                  </a:lnTo>
                  <a:cubicBezTo>
                    <a:pt x="3172" y="658"/>
                    <a:pt x="3140" y="658"/>
                    <a:pt x="3108" y="669"/>
                  </a:cubicBezTo>
                  <a:cubicBezTo>
                    <a:pt x="3066" y="679"/>
                    <a:pt x="3034" y="701"/>
                    <a:pt x="3002" y="722"/>
                  </a:cubicBezTo>
                  <a:cubicBezTo>
                    <a:pt x="2970" y="743"/>
                    <a:pt x="2939" y="764"/>
                    <a:pt x="2918" y="807"/>
                  </a:cubicBezTo>
                  <a:cubicBezTo>
                    <a:pt x="2885" y="849"/>
                    <a:pt x="2875" y="881"/>
                    <a:pt x="2875" y="934"/>
                  </a:cubicBezTo>
                  <a:cubicBezTo>
                    <a:pt x="2875" y="976"/>
                    <a:pt x="2875" y="1019"/>
                    <a:pt x="2896" y="1061"/>
                  </a:cubicBezTo>
                  <a:cubicBezTo>
                    <a:pt x="2918" y="1104"/>
                    <a:pt x="2939" y="1136"/>
                    <a:pt x="2970" y="1167"/>
                  </a:cubicBezTo>
                  <a:cubicBezTo>
                    <a:pt x="3002" y="1200"/>
                    <a:pt x="3034" y="1231"/>
                    <a:pt x="3066" y="1252"/>
                  </a:cubicBezTo>
                  <a:cubicBezTo>
                    <a:pt x="3108" y="1273"/>
                    <a:pt x="3151" y="1284"/>
                    <a:pt x="3182" y="1295"/>
                  </a:cubicBezTo>
                  <a:cubicBezTo>
                    <a:pt x="3236" y="1306"/>
                    <a:pt x="3278" y="1316"/>
                    <a:pt x="3321" y="1316"/>
                  </a:cubicBezTo>
                  <a:lnTo>
                    <a:pt x="3310" y="1327"/>
                  </a:lnTo>
                  <a:cubicBezTo>
                    <a:pt x="3267" y="1316"/>
                    <a:pt x="3215" y="1316"/>
                    <a:pt x="3161" y="1295"/>
                  </a:cubicBezTo>
                  <a:cubicBezTo>
                    <a:pt x="3140" y="1295"/>
                    <a:pt x="3119" y="1284"/>
                    <a:pt x="3087" y="1273"/>
                  </a:cubicBezTo>
                  <a:cubicBezTo>
                    <a:pt x="3066" y="1252"/>
                    <a:pt x="3045" y="1242"/>
                    <a:pt x="3013" y="1221"/>
                  </a:cubicBezTo>
                  <a:cubicBezTo>
                    <a:pt x="2991" y="1210"/>
                    <a:pt x="2970" y="1189"/>
                    <a:pt x="2960" y="1167"/>
                  </a:cubicBezTo>
                  <a:cubicBezTo>
                    <a:pt x="2939" y="1146"/>
                    <a:pt x="2918" y="1125"/>
                    <a:pt x="2906" y="1104"/>
                  </a:cubicBezTo>
                  <a:cubicBezTo>
                    <a:pt x="2875" y="1051"/>
                    <a:pt x="2864" y="987"/>
                    <a:pt x="2864" y="934"/>
                  </a:cubicBezTo>
                  <a:cubicBezTo>
                    <a:pt x="2864" y="913"/>
                    <a:pt x="2864" y="903"/>
                    <a:pt x="2875" y="881"/>
                  </a:cubicBezTo>
                  <a:lnTo>
                    <a:pt x="2875" y="860"/>
                  </a:lnTo>
                  <a:cubicBezTo>
                    <a:pt x="2875" y="860"/>
                    <a:pt x="2885" y="849"/>
                    <a:pt x="2885" y="839"/>
                  </a:cubicBezTo>
                  <a:cubicBezTo>
                    <a:pt x="2896" y="818"/>
                    <a:pt x="2918" y="785"/>
                    <a:pt x="2928" y="764"/>
                  </a:cubicBezTo>
                  <a:cubicBezTo>
                    <a:pt x="2970" y="722"/>
                    <a:pt x="3024" y="690"/>
                    <a:pt x="3076" y="669"/>
                  </a:cubicBezTo>
                  <a:cubicBezTo>
                    <a:pt x="3130" y="648"/>
                    <a:pt x="3182" y="648"/>
                    <a:pt x="3236" y="637"/>
                  </a:cubicBezTo>
                  <a:close/>
                  <a:moveTo>
                    <a:pt x="3342" y="436"/>
                  </a:moveTo>
                  <a:lnTo>
                    <a:pt x="3373" y="467"/>
                  </a:lnTo>
                  <a:cubicBezTo>
                    <a:pt x="3384" y="478"/>
                    <a:pt x="3394" y="500"/>
                    <a:pt x="3405" y="510"/>
                  </a:cubicBezTo>
                  <a:lnTo>
                    <a:pt x="3427" y="531"/>
                  </a:lnTo>
                  <a:cubicBezTo>
                    <a:pt x="3427" y="542"/>
                    <a:pt x="3427" y="542"/>
                    <a:pt x="3437" y="552"/>
                  </a:cubicBezTo>
                  <a:lnTo>
                    <a:pt x="3182" y="552"/>
                  </a:lnTo>
                  <a:cubicBezTo>
                    <a:pt x="3097" y="563"/>
                    <a:pt x="3024" y="595"/>
                    <a:pt x="2960" y="627"/>
                  </a:cubicBezTo>
                  <a:cubicBezTo>
                    <a:pt x="2928" y="648"/>
                    <a:pt x="2896" y="679"/>
                    <a:pt x="2875" y="701"/>
                  </a:cubicBezTo>
                  <a:cubicBezTo>
                    <a:pt x="2854" y="722"/>
                    <a:pt x="2833" y="754"/>
                    <a:pt x="2822" y="775"/>
                  </a:cubicBezTo>
                  <a:cubicBezTo>
                    <a:pt x="2811" y="785"/>
                    <a:pt x="2811" y="797"/>
                    <a:pt x="2811" y="807"/>
                  </a:cubicBezTo>
                  <a:cubicBezTo>
                    <a:pt x="2800" y="807"/>
                    <a:pt x="2800" y="818"/>
                    <a:pt x="2800" y="828"/>
                  </a:cubicBezTo>
                  <a:cubicBezTo>
                    <a:pt x="2790" y="839"/>
                    <a:pt x="2790" y="849"/>
                    <a:pt x="2790" y="860"/>
                  </a:cubicBezTo>
                  <a:cubicBezTo>
                    <a:pt x="2790" y="870"/>
                    <a:pt x="2779" y="881"/>
                    <a:pt x="2779" y="892"/>
                  </a:cubicBezTo>
                  <a:cubicBezTo>
                    <a:pt x="2779" y="934"/>
                    <a:pt x="2779" y="976"/>
                    <a:pt x="2790" y="1009"/>
                  </a:cubicBezTo>
                  <a:cubicBezTo>
                    <a:pt x="2790" y="1051"/>
                    <a:pt x="2811" y="1082"/>
                    <a:pt x="2822" y="1115"/>
                  </a:cubicBezTo>
                  <a:cubicBezTo>
                    <a:pt x="2833" y="1136"/>
                    <a:pt x="2843" y="1146"/>
                    <a:pt x="2854" y="1167"/>
                  </a:cubicBezTo>
                  <a:cubicBezTo>
                    <a:pt x="2864" y="1178"/>
                    <a:pt x="2875" y="1189"/>
                    <a:pt x="2885" y="1210"/>
                  </a:cubicBezTo>
                  <a:cubicBezTo>
                    <a:pt x="2928" y="1252"/>
                    <a:pt x="2981" y="1295"/>
                    <a:pt x="3045" y="1327"/>
                  </a:cubicBezTo>
                  <a:lnTo>
                    <a:pt x="3140" y="1358"/>
                  </a:lnTo>
                  <a:cubicBezTo>
                    <a:pt x="3172" y="1369"/>
                    <a:pt x="3193" y="1369"/>
                    <a:pt x="3225" y="1379"/>
                  </a:cubicBezTo>
                  <a:lnTo>
                    <a:pt x="3278" y="1379"/>
                  </a:lnTo>
                  <a:lnTo>
                    <a:pt x="3267" y="1391"/>
                  </a:lnTo>
                  <a:cubicBezTo>
                    <a:pt x="3203" y="1486"/>
                    <a:pt x="3130" y="1581"/>
                    <a:pt x="3045" y="1676"/>
                  </a:cubicBezTo>
                  <a:cubicBezTo>
                    <a:pt x="2960" y="1772"/>
                    <a:pt x="2885" y="1867"/>
                    <a:pt x="2790" y="1952"/>
                  </a:cubicBezTo>
                  <a:cubicBezTo>
                    <a:pt x="2694" y="2037"/>
                    <a:pt x="2599" y="2122"/>
                    <a:pt x="2493" y="2186"/>
                  </a:cubicBezTo>
                  <a:lnTo>
                    <a:pt x="2451" y="2207"/>
                  </a:lnTo>
                  <a:lnTo>
                    <a:pt x="2408" y="2218"/>
                  </a:lnTo>
                  <a:lnTo>
                    <a:pt x="2366" y="2239"/>
                  </a:lnTo>
                  <a:lnTo>
                    <a:pt x="2324" y="2249"/>
                  </a:lnTo>
                  <a:cubicBezTo>
                    <a:pt x="2260" y="2260"/>
                    <a:pt x="2206" y="2270"/>
                    <a:pt x="2143" y="2270"/>
                  </a:cubicBezTo>
                  <a:lnTo>
                    <a:pt x="2133" y="2270"/>
                  </a:lnTo>
                  <a:cubicBezTo>
                    <a:pt x="2090" y="2270"/>
                    <a:pt x="2048" y="2270"/>
                    <a:pt x="2015" y="2260"/>
                  </a:cubicBezTo>
                  <a:cubicBezTo>
                    <a:pt x="1994" y="2260"/>
                    <a:pt x="1973" y="2249"/>
                    <a:pt x="1952" y="2249"/>
                  </a:cubicBezTo>
                  <a:cubicBezTo>
                    <a:pt x="1942" y="2249"/>
                    <a:pt x="1931" y="2239"/>
                    <a:pt x="1920" y="2239"/>
                  </a:cubicBezTo>
                  <a:lnTo>
                    <a:pt x="1909" y="2228"/>
                  </a:lnTo>
                  <a:lnTo>
                    <a:pt x="1899" y="2228"/>
                  </a:lnTo>
                  <a:cubicBezTo>
                    <a:pt x="1846" y="2207"/>
                    <a:pt x="1803" y="2175"/>
                    <a:pt x="1772" y="2143"/>
                  </a:cubicBezTo>
                  <a:cubicBezTo>
                    <a:pt x="1730" y="2101"/>
                    <a:pt x="1708" y="2058"/>
                    <a:pt x="1687" y="2016"/>
                  </a:cubicBezTo>
                  <a:cubicBezTo>
                    <a:pt x="1645" y="1921"/>
                    <a:pt x="1634" y="1815"/>
                    <a:pt x="1645" y="1709"/>
                  </a:cubicBezTo>
                  <a:cubicBezTo>
                    <a:pt x="1666" y="1497"/>
                    <a:pt x="1793" y="1316"/>
                    <a:pt x="1952" y="1167"/>
                  </a:cubicBezTo>
                  <a:cubicBezTo>
                    <a:pt x="2027" y="1094"/>
                    <a:pt x="2111" y="1030"/>
                    <a:pt x="2206" y="976"/>
                  </a:cubicBezTo>
                  <a:cubicBezTo>
                    <a:pt x="2291" y="913"/>
                    <a:pt x="2387" y="849"/>
                    <a:pt x="2482" y="797"/>
                  </a:cubicBezTo>
                  <a:cubicBezTo>
                    <a:pt x="2578" y="743"/>
                    <a:pt x="2663" y="701"/>
                    <a:pt x="2769" y="648"/>
                  </a:cubicBezTo>
                  <a:cubicBezTo>
                    <a:pt x="2864" y="606"/>
                    <a:pt x="2960" y="563"/>
                    <a:pt x="3055" y="531"/>
                  </a:cubicBezTo>
                  <a:cubicBezTo>
                    <a:pt x="3151" y="488"/>
                    <a:pt x="3246" y="457"/>
                    <a:pt x="3342" y="436"/>
                  </a:cubicBezTo>
                  <a:close/>
                  <a:moveTo>
                    <a:pt x="2567" y="1"/>
                  </a:moveTo>
                  <a:cubicBezTo>
                    <a:pt x="2472" y="12"/>
                    <a:pt x="2376" y="33"/>
                    <a:pt x="2270" y="64"/>
                  </a:cubicBezTo>
                  <a:cubicBezTo>
                    <a:pt x="2164" y="85"/>
                    <a:pt x="2058" y="118"/>
                    <a:pt x="1942" y="170"/>
                  </a:cubicBezTo>
                  <a:cubicBezTo>
                    <a:pt x="1931" y="181"/>
                    <a:pt x="1909" y="181"/>
                    <a:pt x="1899" y="191"/>
                  </a:cubicBezTo>
                  <a:cubicBezTo>
                    <a:pt x="1878" y="203"/>
                    <a:pt x="1867" y="203"/>
                    <a:pt x="1857" y="213"/>
                  </a:cubicBezTo>
                  <a:cubicBezTo>
                    <a:pt x="1825" y="224"/>
                    <a:pt x="1793" y="245"/>
                    <a:pt x="1772" y="255"/>
                  </a:cubicBezTo>
                  <a:cubicBezTo>
                    <a:pt x="1718" y="276"/>
                    <a:pt x="1676" y="298"/>
                    <a:pt x="1634" y="319"/>
                  </a:cubicBezTo>
                  <a:cubicBezTo>
                    <a:pt x="1602" y="330"/>
                    <a:pt x="1539" y="372"/>
                    <a:pt x="1475" y="415"/>
                  </a:cubicBezTo>
                  <a:cubicBezTo>
                    <a:pt x="1443" y="436"/>
                    <a:pt x="1400" y="467"/>
                    <a:pt x="1369" y="488"/>
                  </a:cubicBezTo>
                  <a:cubicBezTo>
                    <a:pt x="1358" y="500"/>
                    <a:pt x="1337" y="510"/>
                    <a:pt x="1326" y="521"/>
                  </a:cubicBezTo>
                  <a:cubicBezTo>
                    <a:pt x="1305" y="531"/>
                    <a:pt x="1294" y="542"/>
                    <a:pt x="1273" y="552"/>
                  </a:cubicBezTo>
                  <a:cubicBezTo>
                    <a:pt x="1284" y="542"/>
                    <a:pt x="1284" y="531"/>
                    <a:pt x="1294" y="521"/>
                  </a:cubicBezTo>
                  <a:lnTo>
                    <a:pt x="1294" y="521"/>
                  </a:lnTo>
                  <a:cubicBezTo>
                    <a:pt x="1252" y="542"/>
                    <a:pt x="1167" y="595"/>
                    <a:pt x="1136" y="627"/>
                  </a:cubicBezTo>
                  <a:cubicBezTo>
                    <a:pt x="1114" y="637"/>
                    <a:pt x="1103" y="637"/>
                    <a:pt x="1103" y="637"/>
                  </a:cubicBezTo>
                  <a:lnTo>
                    <a:pt x="1103" y="627"/>
                  </a:lnTo>
                  <a:cubicBezTo>
                    <a:pt x="1114" y="616"/>
                    <a:pt x="1124" y="606"/>
                    <a:pt x="1114" y="606"/>
                  </a:cubicBezTo>
                  <a:cubicBezTo>
                    <a:pt x="1103" y="606"/>
                    <a:pt x="1093" y="606"/>
                    <a:pt x="1061" y="627"/>
                  </a:cubicBezTo>
                  <a:cubicBezTo>
                    <a:pt x="891" y="733"/>
                    <a:pt x="721" y="870"/>
                    <a:pt x="563" y="1009"/>
                  </a:cubicBezTo>
                  <a:cubicBezTo>
                    <a:pt x="414" y="1157"/>
                    <a:pt x="276" y="1316"/>
                    <a:pt x="149" y="1475"/>
                  </a:cubicBezTo>
                  <a:cubicBezTo>
                    <a:pt x="149" y="1497"/>
                    <a:pt x="149" y="1507"/>
                    <a:pt x="138" y="1539"/>
                  </a:cubicBezTo>
                  <a:cubicBezTo>
                    <a:pt x="117" y="1560"/>
                    <a:pt x="96" y="1581"/>
                    <a:pt x="85" y="1613"/>
                  </a:cubicBezTo>
                  <a:cubicBezTo>
                    <a:pt x="64" y="1634"/>
                    <a:pt x="43" y="1655"/>
                    <a:pt x="32" y="1688"/>
                  </a:cubicBezTo>
                  <a:cubicBezTo>
                    <a:pt x="21" y="1719"/>
                    <a:pt x="43" y="1719"/>
                    <a:pt x="32" y="1751"/>
                  </a:cubicBezTo>
                  <a:cubicBezTo>
                    <a:pt x="43" y="1761"/>
                    <a:pt x="43" y="1772"/>
                    <a:pt x="43" y="1804"/>
                  </a:cubicBezTo>
                  <a:cubicBezTo>
                    <a:pt x="43" y="1825"/>
                    <a:pt x="32" y="1857"/>
                    <a:pt x="21" y="1889"/>
                  </a:cubicBezTo>
                  <a:cubicBezTo>
                    <a:pt x="11" y="1942"/>
                    <a:pt x="0" y="1985"/>
                    <a:pt x="21" y="1985"/>
                  </a:cubicBezTo>
                  <a:lnTo>
                    <a:pt x="32" y="1985"/>
                  </a:lnTo>
                  <a:lnTo>
                    <a:pt x="85" y="1931"/>
                  </a:lnTo>
                  <a:cubicBezTo>
                    <a:pt x="106" y="1900"/>
                    <a:pt x="138" y="1857"/>
                    <a:pt x="170" y="1825"/>
                  </a:cubicBezTo>
                  <a:cubicBezTo>
                    <a:pt x="233" y="1740"/>
                    <a:pt x="318" y="1645"/>
                    <a:pt x="382" y="1603"/>
                  </a:cubicBezTo>
                  <a:lnTo>
                    <a:pt x="382" y="1592"/>
                  </a:lnTo>
                  <a:lnTo>
                    <a:pt x="382" y="1592"/>
                  </a:lnTo>
                  <a:cubicBezTo>
                    <a:pt x="393" y="1592"/>
                    <a:pt x="361" y="1655"/>
                    <a:pt x="361" y="1688"/>
                  </a:cubicBezTo>
                  <a:cubicBezTo>
                    <a:pt x="382" y="1645"/>
                    <a:pt x="414" y="1624"/>
                    <a:pt x="435" y="1603"/>
                  </a:cubicBezTo>
                  <a:cubicBezTo>
                    <a:pt x="457" y="1581"/>
                    <a:pt x="467" y="1570"/>
                    <a:pt x="478" y="1570"/>
                  </a:cubicBezTo>
                  <a:lnTo>
                    <a:pt x="478" y="1560"/>
                  </a:lnTo>
                  <a:cubicBezTo>
                    <a:pt x="488" y="1560"/>
                    <a:pt x="478" y="1581"/>
                    <a:pt x="467" y="1613"/>
                  </a:cubicBezTo>
                  <a:cubicBezTo>
                    <a:pt x="478" y="1592"/>
                    <a:pt x="499" y="1581"/>
                    <a:pt x="509" y="1570"/>
                  </a:cubicBezTo>
                  <a:lnTo>
                    <a:pt x="520" y="1549"/>
                  </a:lnTo>
                  <a:lnTo>
                    <a:pt x="520" y="1570"/>
                  </a:lnTo>
                  <a:cubicBezTo>
                    <a:pt x="509" y="1581"/>
                    <a:pt x="509" y="1592"/>
                    <a:pt x="509" y="1592"/>
                  </a:cubicBezTo>
                  <a:cubicBezTo>
                    <a:pt x="679" y="1422"/>
                    <a:pt x="881" y="1252"/>
                    <a:pt x="1082" y="1094"/>
                  </a:cubicBezTo>
                  <a:cubicBezTo>
                    <a:pt x="1284" y="945"/>
                    <a:pt x="1496" y="807"/>
                    <a:pt x="1697" y="669"/>
                  </a:cubicBezTo>
                  <a:cubicBezTo>
                    <a:pt x="1782" y="616"/>
                    <a:pt x="1931" y="531"/>
                    <a:pt x="2027" y="467"/>
                  </a:cubicBezTo>
                  <a:cubicBezTo>
                    <a:pt x="2048" y="457"/>
                    <a:pt x="2090" y="436"/>
                    <a:pt x="2133" y="425"/>
                  </a:cubicBezTo>
                  <a:cubicBezTo>
                    <a:pt x="2154" y="415"/>
                    <a:pt x="2175" y="404"/>
                    <a:pt x="2185" y="404"/>
                  </a:cubicBezTo>
                  <a:cubicBezTo>
                    <a:pt x="2206" y="393"/>
                    <a:pt x="2217" y="393"/>
                    <a:pt x="2228" y="382"/>
                  </a:cubicBezTo>
                  <a:cubicBezTo>
                    <a:pt x="2291" y="340"/>
                    <a:pt x="2281" y="330"/>
                    <a:pt x="2302" y="309"/>
                  </a:cubicBezTo>
                  <a:cubicBezTo>
                    <a:pt x="2324" y="298"/>
                    <a:pt x="2345" y="298"/>
                    <a:pt x="2366" y="287"/>
                  </a:cubicBezTo>
                  <a:cubicBezTo>
                    <a:pt x="2397" y="276"/>
                    <a:pt x="2419" y="276"/>
                    <a:pt x="2440" y="266"/>
                  </a:cubicBezTo>
                  <a:cubicBezTo>
                    <a:pt x="2493" y="255"/>
                    <a:pt x="2546" y="245"/>
                    <a:pt x="2599" y="245"/>
                  </a:cubicBezTo>
                  <a:cubicBezTo>
                    <a:pt x="2652" y="234"/>
                    <a:pt x="2694" y="234"/>
                    <a:pt x="2737" y="234"/>
                  </a:cubicBezTo>
                  <a:lnTo>
                    <a:pt x="2769" y="234"/>
                  </a:lnTo>
                  <a:cubicBezTo>
                    <a:pt x="2822" y="234"/>
                    <a:pt x="2875" y="245"/>
                    <a:pt x="2928" y="255"/>
                  </a:cubicBezTo>
                  <a:lnTo>
                    <a:pt x="3055" y="287"/>
                  </a:lnTo>
                  <a:cubicBezTo>
                    <a:pt x="3045" y="287"/>
                    <a:pt x="3034" y="298"/>
                    <a:pt x="3024" y="298"/>
                  </a:cubicBezTo>
                  <a:cubicBezTo>
                    <a:pt x="3002" y="309"/>
                    <a:pt x="2970" y="330"/>
                    <a:pt x="2949" y="340"/>
                  </a:cubicBezTo>
                  <a:cubicBezTo>
                    <a:pt x="2918" y="351"/>
                    <a:pt x="2896" y="361"/>
                    <a:pt x="2875" y="372"/>
                  </a:cubicBezTo>
                  <a:cubicBezTo>
                    <a:pt x="2716" y="425"/>
                    <a:pt x="2621" y="478"/>
                    <a:pt x="2525" y="531"/>
                  </a:cubicBezTo>
                  <a:cubicBezTo>
                    <a:pt x="2503" y="542"/>
                    <a:pt x="2482" y="563"/>
                    <a:pt x="2451" y="573"/>
                  </a:cubicBezTo>
                  <a:cubicBezTo>
                    <a:pt x="2430" y="595"/>
                    <a:pt x="2397" y="606"/>
                    <a:pt x="2376" y="627"/>
                  </a:cubicBezTo>
                  <a:cubicBezTo>
                    <a:pt x="2345" y="648"/>
                    <a:pt x="2312" y="658"/>
                    <a:pt x="2281" y="679"/>
                  </a:cubicBezTo>
                  <a:cubicBezTo>
                    <a:pt x="2249" y="701"/>
                    <a:pt x="2217" y="733"/>
                    <a:pt x="2175" y="754"/>
                  </a:cubicBezTo>
                  <a:cubicBezTo>
                    <a:pt x="1952" y="913"/>
                    <a:pt x="1814" y="1030"/>
                    <a:pt x="1697" y="1157"/>
                  </a:cubicBezTo>
                  <a:cubicBezTo>
                    <a:pt x="1645" y="1221"/>
                    <a:pt x="1591" y="1284"/>
                    <a:pt x="1549" y="1369"/>
                  </a:cubicBezTo>
                  <a:cubicBezTo>
                    <a:pt x="1528" y="1422"/>
                    <a:pt x="1506" y="1464"/>
                    <a:pt x="1496" y="1518"/>
                  </a:cubicBezTo>
                  <a:cubicBezTo>
                    <a:pt x="1485" y="1570"/>
                    <a:pt x="1475" y="1634"/>
                    <a:pt x="1475" y="1709"/>
                  </a:cubicBezTo>
                  <a:cubicBezTo>
                    <a:pt x="1475" y="1719"/>
                    <a:pt x="1464" y="1783"/>
                    <a:pt x="1475" y="1867"/>
                  </a:cubicBezTo>
                  <a:cubicBezTo>
                    <a:pt x="1485" y="1889"/>
                    <a:pt x="1485" y="1921"/>
                    <a:pt x="1496" y="1942"/>
                  </a:cubicBezTo>
                  <a:lnTo>
                    <a:pt x="1496" y="1973"/>
                  </a:lnTo>
                  <a:cubicBezTo>
                    <a:pt x="1506" y="1985"/>
                    <a:pt x="1506" y="2006"/>
                    <a:pt x="1517" y="2016"/>
                  </a:cubicBezTo>
                  <a:cubicBezTo>
                    <a:pt x="1528" y="2058"/>
                    <a:pt x="1560" y="2112"/>
                    <a:pt x="1591" y="2154"/>
                  </a:cubicBezTo>
                  <a:cubicBezTo>
                    <a:pt x="1655" y="2249"/>
                    <a:pt x="1740" y="2313"/>
                    <a:pt x="1814" y="2345"/>
                  </a:cubicBezTo>
                  <a:cubicBezTo>
                    <a:pt x="1836" y="2355"/>
                    <a:pt x="1846" y="2366"/>
                    <a:pt x="1867" y="2366"/>
                  </a:cubicBezTo>
                  <a:cubicBezTo>
                    <a:pt x="1878" y="2377"/>
                    <a:pt x="1888" y="2377"/>
                    <a:pt x="1899" y="2388"/>
                  </a:cubicBezTo>
                  <a:lnTo>
                    <a:pt x="1931" y="2388"/>
                  </a:lnTo>
                  <a:cubicBezTo>
                    <a:pt x="2005" y="2409"/>
                    <a:pt x="2069" y="2419"/>
                    <a:pt x="2133" y="2419"/>
                  </a:cubicBezTo>
                  <a:lnTo>
                    <a:pt x="2164" y="2419"/>
                  </a:lnTo>
                  <a:cubicBezTo>
                    <a:pt x="2228" y="2419"/>
                    <a:pt x="2302" y="2398"/>
                    <a:pt x="2366" y="2388"/>
                  </a:cubicBezTo>
                  <a:cubicBezTo>
                    <a:pt x="2376" y="2377"/>
                    <a:pt x="2397" y="2377"/>
                    <a:pt x="2408" y="2366"/>
                  </a:cubicBezTo>
                  <a:cubicBezTo>
                    <a:pt x="2430" y="2366"/>
                    <a:pt x="2440" y="2355"/>
                    <a:pt x="2461" y="2355"/>
                  </a:cubicBezTo>
                  <a:cubicBezTo>
                    <a:pt x="2482" y="2345"/>
                    <a:pt x="2514" y="2324"/>
                    <a:pt x="2546" y="2313"/>
                  </a:cubicBezTo>
                  <a:cubicBezTo>
                    <a:pt x="2599" y="2282"/>
                    <a:pt x="2642" y="2249"/>
                    <a:pt x="2694" y="2218"/>
                  </a:cubicBezTo>
                  <a:cubicBezTo>
                    <a:pt x="2779" y="2154"/>
                    <a:pt x="2864" y="2080"/>
                    <a:pt x="2949" y="1995"/>
                  </a:cubicBezTo>
                  <a:lnTo>
                    <a:pt x="3182" y="1761"/>
                  </a:lnTo>
                  <a:cubicBezTo>
                    <a:pt x="3267" y="1655"/>
                    <a:pt x="3352" y="1539"/>
                    <a:pt x="3437" y="1412"/>
                  </a:cubicBezTo>
                  <a:cubicBezTo>
                    <a:pt x="3448" y="1401"/>
                    <a:pt x="3458" y="1391"/>
                    <a:pt x="3469" y="1369"/>
                  </a:cubicBezTo>
                  <a:cubicBezTo>
                    <a:pt x="3500" y="1369"/>
                    <a:pt x="3533" y="1369"/>
                    <a:pt x="3564" y="1358"/>
                  </a:cubicBezTo>
                  <a:cubicBezTo>
                    <a:pt x="3670" y="1348"/>
                    <a:pt x="3776" y="1337"/>
                    <a:pt x="3904" y="1316"/>
                  </a:cubicBezTo>
                  <a:cubicBezTo>
                    <a:pt x="4063" y="1284"/>
                    <a:pt x="4201" y="1242"/>
                    <a:pt x="4307" y="1157"/>
                  </a:cubicBezTo>
                  <a:cubicBezTo>
                    <a:pt x="4318" y="1146"/>
                    <a:pt x="4370" y="1104"/>
                    <a:pt x="4413" y="1051"/>
                  </a:cubicBezTo>
                  <a:cubicBezTo>
                    <a:pt x="4455" y="987"/>
                    <a:pt x="4509" y="924"/>
                    <a:pt x="4530" y="849"/>
                  </a:cubicBezTo>
                  <a:cubicBezTo>
                    <a:pt x="4582" y="860"/>
                    <a:pt x="4636" y="860"/>
                    <a:pt x="4689" y="860"/>
                  </a:cubicBezTo>
                  <a:cubicBezTo>
                    <a:pt x="5007" y="881"/>
                    <a:pt x="5315" y="881"/>
                    <a:pt x="5622" y="881"/>
                  </a:cubicBezTo>
                  <a:lnTo>
                    <a:pt x="6131" y="881"/>
                  </a:lnTo>
                  <a:cubicBezTo>
                    <a:pt x="6598" y="870"/>
                    <a:pt x="7043" y="860"/>
                    <a:pt x="7479" y="849"/>
                  </a:cubicBezTo>
                  <a:cubicBezTo>
                    <a:pt x="9176" y="818"/>
                    <a:pt x="10512" y="807"/>
                    <a:pt x="11000" y="797"/>
                  </a:cubicBezTo>
                  <a:lnTo>
                    <a:pt x="11286" y="775"/>
                  </a:lnTo>
                  <a:cubicBezTo>
                    <a:pt x="11170" y="764"/>
                    <a:pt x="11010" y="764"/>
                    <a:pt x="10809" y="764"/>
                  </a:cubicBezTo>
                  <a:cubicBezTo>
                    <a:pt x="9918" y="764"/>
                    <a:pt x="8337" y="807"/>
                    <a:pt x="7574" y="818"/>
                  </a:cubicBezTo>
                  <a:cubicBezTo>
                    <a:pt x="7213" y="828"/>
                    <a:pt x="6937" y="828"/>
                    <a:pt x="6736" y="828"/>
                  </a:cubicBezTo>
                  <a:lnTo>
                    <a:pt x="6715" y="828"/>
                  </a:lnTo>
                  <a:cubicBezTo>
                    <a:pt x="6588" y="828"/>
                    <a:pt x="6980" y="818"/>
                    <a:pt x="7574" y="818"/>
                  </a:cubicBezTo>
                  <a:cubicBezTo>
                    <a:pt x="7849" y="807"/>
                    <a:pt x="8168" y="807"/>
                    <a:pt x="8550" y="797"/>
                  </a:cubicBezTo>
                  <a:cubicBezTo>
                    <a:pt x="8073" y="785"/>
                    <a:pt x="7616" y="785"/>
                    <a:pt x="7298" y="775"/>
                  </a:cubicBezTo>
                  <a:cubicBezTo>
                    <a:pt x="7054" y="785"/>
                    <a:pt x="6810" y="785"/>
                    <a:pt x="6566" y="797"/>
                  </a:cubicBezTo>
                  <a:cubicBezTo>
                    <a:pt x="6248" y="797"/>
                    <a:pt x="5940" y="807"/>
                    <a:pt x="5633" y="807"/>
                  </a:cubicBezTo>
                  <a:cubicBezTo>
                    <a:pt x="5410" y="807"/>
                    <a:pt x="5187" y="807"/>
                    <a:pt x="4964" y="797"/>
                  </a:cubicBezTo>
                  <a:cubicBezTo>
                    <a:pt x="4827" y="797"/>
                    <a:pt x="4700" y="785"/>
                    <a:pt x="4561" y="775"/>
                  </a:cubicBezTo>
                  <a:lnTo>
                    <a:pt x="4561" y="764"/>
                  </a:lnTo>
                  <a:lnTo>
                    <a:pt x="4561" y="754"/>
                  </a:lnTo>
                  <a:cubicBezTo>
                    <a:pt x="4901" y="775"/>
                    <a:pt x="5240" y="785"/>
                    <a:pt x="5591" y="785"/>
                  </a:cubicBezTo>
                  <a:cubicBezTo>
                    <a:pt x="5877" y="785"/>
                    <a:pt x="6174" y="775"/>
                    <a:pt x="6471" y="775"/>
                  </a:cubicBezTo>
                  <a:lnTo>
                    <a:pt x="6343" y="775"/>
                  </a:lnTo>
                  <a:lnTo>
                    <a:pt x="6715" y="764"/>
                  </a:lnTo>
                  <a:cubicBezTo>
                    <a:pt x="6746" y="764"/>
                    <a:pt x="6789" y="764"/>
                    <a:pt x="6831" y="754"/>
                  </a:cubicBezTo>
                  <a:lnTo>
                    <a:pt x="6821" y="754"/>
                  </a:lnTo>
                  <a:cubicBezTo>
                    <a:pt x="6746" y="754"/>
                    <a:pt x="6492" y="743"/>
                    <a:pt x="6152" y="743"/>
                  </a:cubicBezTo>
                  <a:cubicBezTo>
                    <a:pt x="5983" y="743"/>
                    <a:pt x="5792" y="743"/>
                    <a:pt x="5580" y="733"/>
                  </a:cubicBezTo>
                  <a:cubicBezTo>
                    <a:pt x="5378" y="733"/>
                    <a:pt x="5155" y="722"/>
                    <a:pt x="4943" y="712"/>
                  </a:cubicBezTo>
                  <a:cubicBezTo>
                    <a:pt x="4827" y="701"/>
                    <a:pt x="4721" y="701"/>
                    <a:pt x="4615" y="690"/>
                  </a:cubicBezTo>
                  <a:lnTo>
                    <a:pt x="4582" y="690"/>
                  </a:lnTo>
                  <a:lnTo>
                    <a:pt x="4582" y="669"/>
                  </a:lnTo>
                  <a:lnTo>
                    <a:pt x="4582" y="648"/>
                  </a:lnTo>
                  <a:lnTo>
                    <a:pt x="4582" y="627"/>
                  </a:lnTo>
                  <a:lnTo>
                    <a:pt x="4582" y="595"/>
                  </a:lnTo>
                  <a:cubicBezTo>
                    <a:pt x="4582" y="584"/>
                    <a:pt x="4572" y="573"/>
                    <a:pt x="4572" y="563"/>
                  </a:cubicBezTo>
                  <a:cubicBezTo>
                    <a:pt x="4572" y="542"/>
                    <a:pt x="4561" y="521"/>
                    <a:pt x="4561" y="500"/>
                  </a:cubicBezTo>
                  <a:cubicBezTo>
                    <a:pt x="4551" y="478"/>
                    <a:pt x="4540" y="457"/>
                    <a:pt x="4530" y="446"/>
                  </a:cubicBezTo>
                  <a:cubicBezTo>
                    <a:pt x="4519" y="404"/>
                    <a:pt x="4487" y="372"/>
                    <a:pt x="4466" y="340"/>
                  </a:cubicBezTo>
                  <a:cubicBezTo>
                    <a:pt x="4413" y="276"/>
                    <a:pt x="4339" y="234"/>
                    <a:pt x="4275" y="213"/>
                  </a:cubicBezTo>
                  <a:cubicBezTo>
                    <a:pt x="4254" y="203"/>
                    <a:pt x="4233" y="191"/>
                    <a:pt x="4201" y="181"/>
                  </a:cubicBezTo>
                  <a:lnTo>
                    <a:pt x="4106" y="149"/>
                  </a:lnTo>
                  <a:cubicBezTo>
                    <a:pt x="4031" y="128"/>
                    <a:pt x="3946" y="118"/>
                    <a:pt x="3872" y="107"/>
                  </a:cubicBezTo>
                  <a:cubicBezTo>
                    <a:pt x="3819" y="96"/>
                    <a:pt x="3776" y="96"/>
                    <a:pt x="3734" y="96"/>
                  </a:cubicBezTo>
                  <a:cubicBezTo>
                    <a:pt x="3639" y="96"/>
                    <a:pt x="3575" y="107"/>
                    <a:pt x="3564" y="118"/>
                  </a:cubicBezTo>
                  <a:cubicBezTo>
                    <a:pt x="3512" y="160"/>
                    <a:pt x="3500" y="170"/>
                    <a:pt x="3458" y="170"/>
                  </a:cubicBezTo>
                  <a:cubicBezTo>
                    <a:pt x="3437" y="181"/>
                    <a:pt x="3405" y="181"/>
                    <a:pt x="3363" y="191"/>
                  </a:cubicBezTo>
                  <a:lnTo>
                    <a:pt x="3267" y="128"/>
                  </a:lnTo>
                  <a:cubicBezTo>
                    <a:pt x="3140" y="54"/>
                    <a:pt x="3013" y="22"/>
                    <a:pt x="2896" y="12"/>
                  </a:cubicBezTo>
                  <a:cubicBezTo>
                    <a:pt x="2833" y="1"/>
                    <a:pt x="2779" y="1"/>
                    <a:pt x="2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2"/>
            <p:cNvSpPr/>
            <p:nvPr/>
          </p:nvSpPr>
          <p:spPr>
            <a:xfrm>
              <a:off x="5890982" y="10170712"/>
              <a:ext cx="4246444" cy="503899"/>
            </a:xfrm>
            <a:custGeom>
              <a:avLst/>
              <a:gdLst/>
              <a:ahLst/>
              <a:cxnLst/>
              <a:rect l="l" t="t" r="r" b="b"/>
              <a:pathLst>
                <a:path w="34602" h="4106" extrusionOk="0">
                  <a:moveTo>
                    <a:pt x="13567" y="1411"/>
                  </a:moveTo>
                  <a:cubicBezTo>
                    <a:pt x="13530" y="1448"/>
                    <a:pt x="13495" y="1487"/>
                    <a:pt x="13464" y="1527"/>
                  </a:cubicBezTo>
                  <a:lnTo>
                    <a:pt x="13464" y="1527"/>
                  </a:lnTo>
                  <a:cubicBezTo>
                    <a:pt x="13494" y="1484"/>
                    <a:pt x="13530" y="1447"/>
                    <a:pt x="13567" y="1411"/>
                  </a:cubicBezTo>
                  <a:close/>
                  <a:moveTo>
                    <a:pt x="13423" y="1587"/>
                  </a:moveTo>
                  <a:cubicBezTo>
                    <a:pt x="13400" y="1623"/>
                    <a:pt x="13381" y="1659"/>
                    <a:pt x="13366" y="1698"/>
                  </a:cubicBezTo>
                  <a:cubicBezTo>
                    <a:pt x="13344" y="1750"/>
                    <a:pt x="13323" y="1814"/>
                    <a:pt x="13312" y="1867"/>
                  </a:cubicBezTo>
                  <a:cubicBezTo>
                    <a:pt x="13312" y="1874"/>
                    <a:pt x="13307" y="1887"/>
                    <a:pt x="13304" y="1897"/>
                  </a:cubicBezTo>
                  <a:lnTo>
                    <a:pt x="13304" y="1897"/>
                  </a:lnTo>
                  <a:cubicBezTo>
                    <a:pt x="13310" y="1838"/>
                    <a:pt x="13327" y="1780"/>
                    <a:pt x="13344" y="1729"/>
                  </a:cubicBezTo>
                  <a:cubicBezTo>
                    <a:pt x="13369" y="1680"/>
                    <a:pt x="13393" y="1631"/>
                    <a:pt x="13423" y="1587"/>
                  </a:cubicBezTo>
                  <a:close/>
                  <a:moveTo>
                    <a:pt x="24462" y="2366"/>
                  </a:moveTo>
                  <a:lnTo>
                    <a:pt x="24462" y="2366"/>
                  </a:lnTo>
                  <a:cubicBezTo>
                    <a:pt x="24479" y="2366"/>
                    <a:pt x="24496" y="2368"/>
                    <a:pt x="24513" y="2377"/>
                  </a:cubicBezTo>
                  <a:cubicBezTo>
                    <a:pt x="24493" y="2377"/>
                    <a:pt x="24473" y="2367"/>
                    <a:pt x="24462" y="2366"/>
                  </a:cubicBezTo>
                  <a:close/>
                  <a:moveTo>
                    <a:pt x="24301" y="2355"/>
                  </a:moveTo>
                  <a:cubicBezTo>
                    <a:pt x="24344" y="2355"/>
                    <a:pt x="24397" y="2355"/>
                    <a:pt x="24450" y="2366"/>
                  </a:cubicBezTo>
                  <a:lnTo>
                    <a:pt x="24270" y="2366"/>
                  </a:lnTo>
                  <a:cubicBezTo>
                    <a:pt x="24168" y="2366"/>
                    <a:pt x="24082" y="2374"/>
                    <a:pt x="23999" y="2383"/>
                  </a:cubicBezTo>
                  <a:lnTo>
                    <a:pt x="23999" y="2383"/>
                  </a:lnTo>
                  <a:cubicBezTo>
                    <a:pt x="24061" y="2374"/>
                    <a:pt x="24146" y="2364"/>
                    <a:pt x="24249" y="2355"/>
                  </a:cubicBezTo>
                  <a:close/>
                  <a:moveTo>
                    <a:pt x="23961" y="2387"/>
                  </a:moveTo>
                  <a:lnTo>
                    <a:pt x="23961" y="2387"/>
                  </a:lnTo>
                  <a:cubicBezTo>
                    <a:pt x="23930" y="2398"/>
                    <a:pt x="23909" y="2398"/>
                    <a:pt x="23888" y="2398"/>
                  </a:cubicBezTo>
                  <a:cubicBezTo>
                    <a:pt x="23907" y="2398"/>
                    <a:pt x="23926" y="2389"/>
                    <a:pt x="23961" y="2387"/>
                  </a:cubicBezTo>
                  <a:close/>
                  <a:moveTo>
                    <a:pt x="24567" y="2377"/>
                  </a:moveTo>
                  <a:cubicBezTo>
                    <a:pt x="24588" y="2387"/>
                    <a:pt x="24598" y="2387"/>
                    <a:pt x="24619" y="2387"/>
                  </a:cubicBezTo>
                  <a:cubicBezTo>
                    <a:pt x="24630" y="2387"/>
                    <a:pt x="24641" y="2387"/>
                    <a:pt x="24641" y="2398"/>
                  </a:cubicBezTo>
                  <a:cubicBezTo>
                    <a:pt x="24630" y="2398"/>
                    <a:pt x="24630" y="2387"/>
                    <a:pt x="24619" y="2387"/>
                  </a:cubicBezTo>
                  <a:cubicBezTo>
                    <a:pt x="24598" y="2387"/>
                    <a:pt x="24577" y="2387"/>
                    <a:pt x="24567" y="2377"/>
                  </a:cubicBezTo>
                  <a:close/>
                  <a:moveTo>
                    <a:pt x="24673" y="2398"/>
                  </a:moveTo>
                  <a:lnTo>
                    <a:pt x="24673" y="2408"/>
                  </a:lnTo>
                  <a:lnTo>
                    <a:pt x="24662" y="2398"/>
                  </a:lnTo>
                  <a:close/>
                  <a:moveTo>
                    <a:pt x="14203" y="1178"/>
                  </a:moveTo>
                  <a:cubicBezTo>
                    <a:pt x="14224" y="1178"/>
                    <a:pt x="14257" y="1178"/>
                    <a:pt x="14278" y="1189"/>
                  </a:cubicBezTo>
                  <a:cubicBezTo>
                    <a:pt x="14426" y="1199"/>
                    <a:pt x="14543" y="1273"/>
                    <a:pt x="14627" y="1358"/>
                  </a:cubicBezTo>
                  <a:cubicBezTo>
                    <a:pt x="14638" y="1369"/>
                    <a:pt x="14638" y="1380"/>
                    <a:pt x="14660" y="1390"/>
                  </a:cubicBezTo>
                  <a:cubicBezTo>
                    <a:pt x="14660" y="1390"/>
                    <a:pt x="14670" y="1401"/>
                    <a:pt x="14670" y="1411"/>
                  </a:cubicBezTo>
                  <a:cubicBezTo>
                    <a:pt x="14681" y="1411"/>
                    <a:pt x="14681" y="1422"/>
                    <a:pt x="14681" y="1422"/>
                  </a:cubicBezTo>
                  <a:cubicBezTo>
                    <a:pt x="14691" y="1432"/>
                    <a:pt x="14691" y="1432"/>
                    <a:pt x="14691" y="1443"/>
                  </a:cubicBezTo>
                  <a:cubicBezTo>
                    <a:pt x="14723" y="1486"/>
                    <a:pt x="14755" y="1538"/>
                    <a:pt x="14776" y="1602"/>
                  </a:cubicBezTo>
                  <a:cubicBezTo>
                    <a:pt x="14818" y="1772"/>
                    <a:pt x="14797" y="1963"/>
                    <a:pt x="14734" y="2122"/>
                  </a:cubicBezTo>
                  <a:cubicBezTo>
                    <a:pt x="14670" y="2292"/>
                    <a:pt x="14564" y="2440"/>
                    <a:pt x="14437" y="2546"/>
                  </a:cubicBezTo>
                  <a:lnTo>
                    <a:pt x="14394" y="2589"/>
                  </a:lnTo>
                  <a:cubicBezTo>
                    <a:pt x="14373" y="2599"/>
                    <a:pt x="14363" y="2610"/>
                    <a:pt x="14341" y="2620"/>
                  </a:cubicBezTo>
                  <a:lnTo>
                    <a:pt x="14320" y="2641"/>
                  </a:lnTo>
                  <a:cubicBezTo>
                    <a:pt x="14309" y="2641"/>
                    <a:pt x="14299" y="2652"/>
                    <a:pt x="14288" y="2652"/>
                  </a:cubicBezTo>
                  <a:cubicBezTo>
                    <a:pt x="14267" y="2663"/>
                    <a:pt x="14257" y="2674"/>
                    <a:pt x="14235" y="2684"/>
                  </a:cubicBezTo>
                  <a:cubicBezTo>
                    <a:pt x="14214" y="2695"/>
                    <a:pt x="14193" y="2695"/>
                    <a:pt x="14182" y="2705"/>
                  </a:cubicBezTo>
                  <a:cubicBezTo>
                    <a:pt x="14172" y="2716"/>
                    <a:pt x="14161" y="2716"/>
                    <a:pt x="14151" y="2716"/>
                  </a:cubicBezTo>
                  <a:lnTo>
                    <a:pt x="14140" y="2726"/>
                  </a:lnTo>
                  <a:lnTo>
                    <a:pt x="14118" y="2726"/>
                  </a:lnTo>
                  <a:cubicBezTo>
                    <a:pt x="14108" y="2737"/>
                    <a:pt x="14087" y="2747"/>
                    <a:pt x="14066" y="2747"/>
                  </a:cubicBezTo>
                  <a:cubicBezTo>
                    <a:pt x="14055" y="2758"/>
                    <a:pt x="14044" y="2758"/>
                    <a:pt x="14033" y="2758"/>
                  </a:cubicBezTo>
                  <a:cubicBezTo>
                    <a:pt x="14023" y="2758"/>
                    <a:pt x="14023" y="2769"/>
                    <a:pt x="14012" y="2769"/>
                  </a:cubicBezTo>
                  <a:cubicBezTo>
                    <a:pt x="13917" y="2790"/>
                    <a:pt x="13832" y="2811"/>
                    <a:pt x="13747" y="2822"/>
                  </a:cubicBezTo>
                  <a:cubicBezTo>
                    <a:pt x="13652" y="2737"/>
                    <a:pt x="13567" y="2641"/>
                    <a:pt x="13503" y="2535"/>
                  </a:cubicBezTo>
                  <a:cubicBezTo>
                    <a:pt x="13472" y="2483"/>
                    <a:pt x="13450" y="2429"/>
                    <a:pt x="13429" y="2377"/>
                  </a:cubicBezTo>
                  <a:cubicBezTo>
                    <a:pt x="13408" y="2323"/>
                    <a:pt x="13387" y="2271"/>
                    <a:pt x="13376" y="2207"/>
                  </a:cubicBezTo>
                  <a:cubicBezTo>
                    <a:pt x="13366" y="2175"/>
                    <a:pt x="13366" y="2153"/>
                    <a:pt x="13355" y="2122"/>
                  </a:cubicBezTo>
                  <a:lnTo>
                    <a:pt x="13355" y="2080"/>
                  </a:lnTo>
                  <a:cubicBezTo>
                    <a:pt x="13355" y="2058"/>
                    <a:pt x="13355" y="2047"/>
                    <a:pt x="13344" y="2037"/>
                  </a:cubicBezTo>
                  <a:lnTo>
                    <a:pt x="13344" y="1984"/>
                  </a:lnTo>
                  <a:cubicBezTo>
                    <a:pt x="13344" y="1974"/>
                    <a:pt x="13344" y="1963"/>
                    <a:pt x="13355" y="1941"/>
                  </a:cubicBezTo>
                  <a:lnTo>
                    <a:pt x="13355" y="1899"/>
                  </a:lnTo>
                  <a:cubicBezTo>
                    <a:pt x="13355" y="1889"/>
                    <a:pt x="13355" y="1867"/>
                    <a:pt x="13366" y="1856"/>
                  </a:cubicBezTo>
                  <a:cubicBezTo>
                    <a:pt x="13408" y="1623"/>
                    <a:pt x="13578" y="1411"/>
                    <a:pt x="13811" y="1284"/>
                  </a:cubicBezTo>
                  <a:lnTo>
                    <a:pt x="13875" y="1252"/>
                  </a:lnTo>
                  <a:cubicBezTo>
                    <a:pt x="13896" y="1241"/>
                    <a:pt x="13906" y="1241"/>
                    <a:pt x="13927" y="1231"/>
                  </a:cubicBezTo>
                  <a:cubicBezTo>
                    <a:pt x="13949" y="1220"/>
                    <a:pt x="13970" y="1220"/>
                    <a:pt x="13991" y="1210"/>
                  </a:cubicBezTo>
                  <a:cubicBezTo>
                    <a:pt x="14012" y="1210"/>
                    <a:pt x="14033" y="1199"/>
                    <a:pt x="14044" y="1199"/>
                  </a:cubicBezTo>
                  <a:cubicBezTo>
                    <a:pt x="14097" y="1189"/>
                    <a:pt x="14151" y="1178"/>
                    <a:pt x="14203" y="1178"/>
                  </a:cubicBezTo>
                  <a:close/>
                  <a:moveTo>
                    <a:pt x="13302" y="1941"/>
                  </a:moveTo>
                  <a:lnTo>
                    <a:pt x="13302" y="1952"/>
                  </a:lnTo>
                  <a:lnTo>
                    <a:pt x="13302" y="1995"/>
                  </a:lnTo>
                  <a:lnTo>
                    <a:pt x="13302" y="2037"/>
                  </a:lnTo>
                  <a:lnTo>
                    <a:pt x="13302" y="2132"/>
                  </a:lnTo>
                  <a:cubicBezTo>
                    <a:pt x="13312" y="2153"/>
                    <a:pt x="13312" y="2186"/>
                    <a:pt x="13323" y="2217"/>
                  </a:cubicBezTo>
                  <a:cubicBezTo>
                    <a:pt x="13333" y="2271"/>
                    <a:pt x="13344" y="2334"/>
                    <a:pt x="13366" y="2387"/>
                  </a:cubicBezTo>
                  <a:cubicBezTo>
                    <a:pt x="13408" y="2493"/>
                    <a:pt x="13472" y="2599"/>
                    <a:pt x="13546" y="2695"/>
                  </a:cubicBezTo>
                  <a:cubicBezTo>
                    <a:pt x="13578" y="2747"/>
                    <a:pt x="13609" y="2790"/>
                    <a:pt x="13652" y="2832"/>
                  </a:cubicBezTo>
                  <a:lnTo>
                    <a:pt x="13641" y="2832"/>
                  </a:lnTo>
                  <a:lnTo>
                    <a:pt x="13514" y="2674"/>
                  </a:lnTo>
                  <a:cubicBezTo>
                    <a:pt x="13408" y="2525"/>
                    <a:pt x="13333" y="2355"/>
                    <a:pt x="13312" y="2186"/>
                  </a:cubicBezTo>
                  <a:cubicBezTo>
                    <a:pt x="13291" y="2101"/>
                    <a:pt x="13291" y="2026"/>
                    <a:pt x="13302" y="1941"/>
                  </a:cubicBezTo>
                  <a:close/>
                  <a:moveTo>
                    <a:pt x="24674" y="2464"/>
                  </a:moveTo>
                  <a:cubicBezTo>
                    <a:pt x="24683" y="2484"/>
                    <a:pt x="24684" y="2505"/>
                    <a:pt x="24694" y="2525"/>
                  </a:cubicBezTo>
                  <a:cubicBezTo>
                    <a:pt x="24694" y="2557"/>
                    <a:pt x="24704" y="2578"/>
                    <a:pt x="24715" y="2599"/>
                  </a:cubicBezTo>
                  <a:cubicBezTo>
                    <a:pt x="24715" y="2631"/>
                    <a:pt x="24726" y="2652"/>
                    <a:pt x="24737" y="2674"/>
                  </a:cubicBezTo>
                  <a:cubicBezTo>
                    <a:pt x="24767" y="2775"/>
                    <a:pt x="24826" y="2876"/>
                    <a:pt x="24886" y="2967"/>
                  </a:cubicBezTo>
                  <a:lnTo>
                    <a:pt x="24886" y="2967"/>
                  </a:lnTo>
                  <a:cubicBezTo>
                    <a:pt x="24879" y="2958"/>
                    <a:pt x="24871" y="2948"/>
                    <a:pt x="24864" y="2938"/>
                  </a:cubicBezTo>
                  <a:cubicBezTo>
                    <a:pt x="24800" y="2832"/>
                    <a:pt x="24747" y="2737"/>
                    <a:pt x="24715" y="2641"/>
                  </a:cubicBezTo>
                  <a:cubicBezTo>
                    <a:pt x="24715" y="2631"/>
                    <a:pt x="24715" y="2610"/>
                    <a:pt x="24704" y="2599"/>
                  </a:cubicBezTo>
                  <a:cubicBezTo>
                    <a:pt x="24704" y="2589"/>
                    <a:pt x="24704" y="2578"/>
                    <a:pt x="24694" y="2568"/>
                  </a:cubicBezTo>
                  <a:lnTo>
                    <a:pt x="24694" y="2535"/>
                  </a:lnTo>
                  <a:lnTo>
                    <a:pt x="24683" y="2525"/>
                  </a:lnTo>
                  <a:lnTo>
                    <a:pt x="24683" y="2504"/>
                  </a:lnTo>
                  <a:cubicBezTo>
                    <a:pt x="24683" y="2495"/>
                    <a:pt x="24677" y="2480"/>
                    <a:pt x="24674" y="2464"/>
                  </a:cubicBezTo>
                  <a:close/>
                  <a:moveTo>
                    <a:pt x="25065" y="3174"/>
                  </a:moveTo>
                  <a:lnTo>
                    <a:pt x="25065" y="3174"/>
                  </a:lnTo>
                  <a:cubicBezTo>
                    <a:pt x="25083" y="3192"/>
                    <a:pt x="25102" y="3210"/>
                    <a:pt x="25122" y="3227"/>
                  </a:cubicBezTo>
                  <a:lnTo>
                    <a:pt x="25122" y="3227"/>
                  </a:lnTo>
                  <a:cubicBezTo>
                    <a:pt x="25121" y="3226"/>
                    <a:pt x="25120" y="3226"/>
                    <a:pt x="25118" y="3225"/>
                  </a:cubicBezTo>
                  <a:cubicBezTo>
                    <a:pt x="25100" y="3209"/>
                    <a:pt x="25082" y="3192"/>
                    <a:pt x="25065" y="3174"/>
                  </a:cubicBezTo>
                  <a:close/>
                  <a:moveTo>
                    <a:pt x="25223" y="3308"/>
                  </a:moveTo>
                  <a:lnTo>
                    <a:pt x="25223" y="3308"/>
                  </a:lnTo>
                  <a:cubicBezTo>
                    <a:pt x="25224" y="3309"/>
                    <a:pt x="25225" y="3310"/>
                    <a:pt x="25226" y="3311"/>
                  </a:cubicBezTo>
                  <a:lnTo>
                    <a:pt x="25226" y="3311"/>
                  </a:lnTo>
                  <a:lnTo>
                    <a:pt x="25225" y="3310"/>
                  </a:lnTo>
                  <a:lnTo>
                    <a:pt x="25223" y="3308"/>
                  </a:lnTo>
                  <a:close/>
                  <a:moveTo>
                    <a:pt x="27908" y="3374"/>
                  </a:moveTo>
                  <a:lnTo>
                    <a:pt x="27908" y="3374"/>
                  </a:lnTo>
                  <a:cubicBezTo>
                    <a:pt x="27906" y="3374"/>
                    <a:pt x="27904" y="3375"/>
                    <a:pt x="27902" y="3376"/>
                  </a:cubicBezTo>
                  <a:lnTo>
                    <a:pt x="27902" y="3376"/>
                  </a:lnTo>
                  <a:cubicBezTo>
                    <a:pt x="27904" y="3375"/>
                    <a:pt x="27906" y="3374"/>
                    <a:pt x="27908" y="3374"/>
                  </a:cubicBezTo>
                  <a:close/>
                  <a:moveTo>
                    <a:pt x="25416" y="3434"/>
                  </a:moveTo>
                  <a:cubicBezTo>
                    <a:pt x="25437" y="3446"/>
                    <a:pt x="25458" y="3458"/>
                    <a:pt x="25479" y="3469"/>
                  </a:cubicBezTo>
                  <a:cubicBezTo>
                    <a:pt x="25458" y="3458"/>
                    <a:pt x="25437" y="3447"/>
                    <a:pt x="25416" y="3434"/>
                  </a:cubicBezTo>
                  <a:close/>
                  <a:moveTo>
                    <a:pt x="3490" y="244"/>
                  </a:moveTo>
                  <a:cubicBezTo>
                    <a:pt x="3607" y="255"/>
                    <a:pt x="3713" y="287"/>
                    <a:pt x="3829" y="329"/>
                  </a:cubicBezTo>
                  <a:cubicBezTo>
                    <a:pt x="3935" y="371"/>
                    <a:pt x="4041" y="425"/>
                    <a:pt x="4148" y="499"/>
                  </a:cubicBezTo>
                  <a:cubicBezTo>
                    <a:pt x="4254" y="573"/>
                    <a:pt x="4349" y="668"/>
                    <a:pt x="4423" y="786"/>
                  </a:cubicBezTo>
                  <a:cubicBezTo>
                    <a:pt x="4477" y="849"/>
                    <a:pt x="4508" y="923"/>
                    <a:pt x="4540" y="987"/>
                  </a:cubicBezTo>
                  <a:cubicBezTo>
                    <a:pt x="4540" y="998"/>
                    <a:pt x="4551" y="1019"/>
                    <a:pt x="4551" y="1029"/>
                  </a:cubicBezTo>
                  <a:cubicBezTo>
                    <a:pt x="4562" y="1050"/>
                    <a:pt x="4562" y="1061"/>
                    <a:pt x="4572" y="1083"/>
                  </a:cubicBezTo>
                  <a:cubicBezTo>
                    <a:pt x="4583" y="1114"/>
                    <a:pt x="4583" y="1146"/>
                    <a:pt x="4593" y="1167"/>
                  </a:cubicBezTo>
                  <a:cubicBezTo>
                    <a:pt x="4625" y="1295"/>
                    <a:pt x="4625" y="1401"/>
                    <a:pt x="4614" y="1496"/>
                  </a:cubicBezTo>
                  <a:cubicBezTo>
                    <a:pt x="4604" y="1592"/>
                    <a:pt x="4583" y="1750"/>
                    <a:pt x="4519" y="1920"/>
                  </a:cubicBezTo>
                  <a:cubicBezTo>
                    <a:pt x="4487" y="2016"/>
                    <a:pt x="4445" y="2101"/>
                    <a:pt x="4402" y="2186"/>
                  </a:cubicBezTo>
                  <a:cubicBezTo>
                    <a:pt x="4360" y="2271"/>
                    <a:pt x="4307" y="2344"/>
                    <a:pt x="4254" y="2419"/>
                  </a:cubicBezTo>
                  <a:cubicBezTo>
                    <a:pt x="4265" y="2387"/>
                    <a:pt x="4275" y="2366"/>
                    <a:pt x="4296" y="2334"/>
                  </a:cubicBezTo>
                  <a:lnTo>
                    <a:pt x="4296" y="2334"/>
                  </a:lnTo>
                  <a:cubicBezTo>
                    <a:pt x="4254" y="2387"/>
                    <a:pt x="4211" y="2450"/>
                    <a:pt x="4159" y="2514"/>
                  </a:cubicBezTo>
                  <a:cubicBezTo>
                    <a:pt x="4095" y="2578"/>
                    <a:pt x="4041" y="2641"/>
                    <a:pt x="3999" y="2684"/>
                  </a:cubicBezTo>
                  <a:lnTo>
                    <a:pt x="3978" y="2705"/>
                  </a:lnTo>
                  <a:cubicBezTo>
                    <a:pt x="3968" y="2716"/>
                    <a:pt x="3968" y="2726"/>
                    <a:pt x="3957" y="2726"/>
                  </a:cubicBezTo>
                  <a:cubicBezTo>
                    <a:pt x="3946" y="2737"/>
                    <a:pt x="3946" y="2737"/>
                    <a:pt x="3935" y="2737"/>
                  </a:cubicBezTo>
                  <a:lnTo>
                    <a:pt x="3957" y="2716"/>
                  </a:lnTo>
                  <a:cubicBezTo>
                    <a:pt x="3968" y="2695"/>
                    <a:pt x="3989" y="2663"/>
                    <a:pt x="3978" y="2663"/>
                  </a:cubicBezTo>
                  <a:cubicBezTo>
                    <a:pt x="3978" y="2663"/>
                    <a:pt x="3968" y="2674"/>
                    <a:pt x="3946" y="2684"/>
                  </a:cubicBezTo>
                  <a:cubicBezTo>
                    <a:pt x="3935" y="2695"/>
                    <a:pt x="3904" y="2716"/>
                    <a:pt x="3872" y="2747"/>
                  </a:cubicBezTo>
                  <a:cubicBezTo>
                    <a:pt x="3787" y="2832"/>
                    <a:pt x="3692" y="2907"/>
                    <a:pt x="3596" y="2971"/>
                  </a:cubicBezTo>
                  <a:cubicBezTo>
                    <a:pt x="3490" y="3034"/>
                    <a:pt x="3395" y="3108"/>
                    <a:pt x="3289" y="3162"/>
                  </a:cubicBezTo>
                  <a:cubicBezTo>
                    <a:pt x="3077" y="3289"/>
                    <a:pt x="2853" y="3395"/>
                    <a:pt x="2620" y="3480"/>
                  </a:cubicBezTo>
                  <a:cubicBezTo>
                    <a:pt x="2589" y="3490"/>
                    <a:pt x="2556" y="3501"/>
                    <a:pt x="2514" y="3511"/>
                  </a:cubicBezTo>
                  <a:cubicBezTo>
                    <a:pt x="2450" y="3459"/>
                    <a:pt x="2387" y="3405"/>
                    <a:pt x="2334" y="3341"/>
                  </a:cubicBezTo>
                  <a:cubicBezTo>
                    <a:pt x="2196" y="3204"/>
                    <a:pt x="2090" y="3044"/>
                    <a:pt x="2005" y="2865"/>
                  </a:cubicBezTo>
                  <a:cubicBezTo>
                    <a:pt x="1920" y="2695"/>
                    <a:pt x="1867" y="2514"/>
                    <a:pt x="1835" y="2323"/>
                  </a:cubicBezTo>
                  <a:cubicBezTo>
                    <a:pt x="1804" y="2143"/>
                    <a:pt x="1804" y="1952"/>
                    <a:pt x="1825" y="1772"/>
                  </a:cubicBezTo>
                  <a:cubicBezTo>
                    <a:pt x="1846" y="1592"/>
                    <a:pt x="1889" y="1422"/>
                    <a:pt x="1952" y="1262"/>
                  </a:cubicBezTo>
                  <a:cubicBezTo>
                    <a:pt x="2016" y="1104"/>
                    <a:pt x="2101" y="965"/>
                    <a:pt x="2196" y="849"/>
                  </a:cubicBezTo>
                  <a:cubicBezTo>
                    <a:pt x="2292" y="732"/>
                    <a:pt x="2387" y="637"/>
                    <a:pt x="2493" y="552"/>
                  </a:cubicBezTo>
                  <a:cubicBezTo>
                    <a:pt x="2705" y="393"/>
                    <a:pt x="2928" y="298"/>
                    <a:pt x="3150" y="255"/>
                  </a:cubicBezTo>
                  <a:cubicBezTo>
                    <a:pt x="3214" y="244"/>
                    <a:pt x="3268" y="244"/>
                    <a:pt x="3320" y="244"/>
                  </a:cubicBezTo>
                  <a:close/>
                  <a:moveTo>
                    <a:pt x="25489" y="3469"/>
                  </a:moveTo>
                  <a:cubicBezTo>
                    <a:pt x="25553" y="3505"/>
                    <a:pt x="25622" y="3538"/>
                    <a:pt x="25695" y="3566"/>
                  </a:cubicBezTo>
                  <a:lnTo>
                    <a:pt x="25695" y="3566"/>
                  </a:lnTo>
                  <a:cubicBezTo>
                    <a:pt x="25694" y="3566"/>
                    <a:pt x="25693" y="3565"/>
                    <a:pt x="25691" y="3565"/>
                  </a:cubicBezTo>
                  <a:cubicBezTo>
                    <a:pt x="25628" y="3543"/>
                    <a:pt x="25553" y="3511"/>
                    <a:pt x="25489" y="3469"/>
                  </a:cubicBezTo>
                  <a:close/>
                  <a:moveTo>
                    <a:pt x="7584" y="2419"/>
                  </a:moveTo>
                  <a:cubicBezTo>
                    <a:pt x="7595" y="2419"/>
                    <a:pt x="7617" y="2429"/>
                    <a:pt x="7638" y="2429"/>
                  </a:cubicBezTo>
                  <a:cubicBezTo>
                    <a:pt x="7775" y="2483"/>
                    <a:pt x="7902" y="2568"/>
                    <a:pt x="7987" y="2674"/>
                  </a:cubicBezTo>
                  <a:cubicBezTo>
                    <a:pt x="8041" y="2726"/>
                    <a:pt x="8072" y="2790"/>
                    <a:pt x="8104" y="2854"/>
                  </a:cubicBezTo>
                  <a:lnTo>
                    <a:pt x="8136" y="2949"/>
                  </a:lnTo>
                  <a:cubicBezTo>
                    <a:pt x="8136" y="2960"/>
                    <a:pt x="8136" y="2981"/>
                    <a:pt x="8147" y="3002"/>
                  </a:cubicBezTo>
                  <a:lnTo>
                    <a:pt x="8147" y="3023"/>
                  </a:lnTo>
                  <a:lnTo>
                    <a:pt x="8147" y="3055"/>
                  </a:lnTo>
                  <a:cubicBezTo>
                    <a:pt x="8157" y="3183"/>
                    <a:pt x="8136" y="3331"/>
                    <a:pt x="8072" y="3448"/>
                  </a:cubicBezTo>
                  <a:cubicBezTo>
                    <a:pt x="8020" y="3575"/>
                    <a:pt x="7924" y="3671"/>
                    <a:pt x="7807" y="3713"/>
                  </a:cubicBezTo>
                  <a:cubicBezTo>
                    <a:pt x="7796" y="3723"/>
                    <a:pt x="7786" y="3723"/>
                    <a:pt x="7786" y="3723"/>
                  </a:cubicBezTo>
                  <a:lnTo>
                    <a:pt x="7775" y="3723"/>
                  </a:lnTo>
                  <a:lnTo>
                    <a:pt x="7765" y="3734"/>
                  </a:lnTo>
                  <a:lnTo>
                    <a:pt x="7701" y="3734"/>
                  </a:lnTo>
                  <a:cubicBezTo>
                    <a:pt x="7701" y="3723"/>
                    <a:pt x="7701" y="3723"/>
                    <a:pt x="7690" y="3723"/>
                  </a:cubicBezTo>
                  <a:lnTo>
                    <a:pt x="7669" y="3723"/>
                  </a:lnTo>
                  <a:cubicBezTo>
                    <a:pt x="7659" y="3713"/>
                    <a:pt x="7659" y="3713"/>
                    <a:pt x="7648" y="3713"/>
                  </a:cubicBezTo>
                  <a:cubicBezTo>
                    <a:pt x="7617" y="3702"/>
                    <a:pt x="7595" y="3692"/>
                    <a:pt x="7563" y="3671"/>
                  </a:cubicBezTo>
                  <a:cubicBezTo>
                    <a:pt x="7532" y="3650"/>
                    <a:pt x="7510" y="3638"/>
                    <a:pt x="7489" y="3617"/>
                  </a:cubicBezTo>
                  <a:cubicBezTo>
                    <a:pt x="7393" y="3532"/>
                    <a:pt x="7320" y="3405"/>
                    <a:pt x="7287" y="3289"/>
                  </a:cubicBezTo>
                  <a:cubicBezTo>
                    <a:pt x="7266" y="3225"/>
                    <a:pt x="7256" y="3162"/>
                    <a:pt x="7256" y="3087"/>
                  </a:cubicBezTo>
                  <a:lnTo>
                    <a:pt x="7256" y="2992"/>
                  </a:lnTo>
                  <a:cubicBezTo>
                    <a:pt x="7256" y="2992"/>
                    <a:pt x="7256" y="2981"/>
                    <a:pt x="7266" y="2971"/>
                  </a:cubicBezTo>
                  <a:lnTo>
                    <a:pt x="7266" y="2949"/>
                  </a:lnTo>
                  <a:lnTo>
                    <a:pt x="7277" y="2928"/>
                  </a:lnTo>
                  <a:lnTo>
                    <a:pt x="7277" y="2896"/>
                  </a:lnTo>
                  <a:lnTo>
                    <a:pt x="7287" y="2854"/>
                  </a:lnTo>
                  <a:cubicBezTo>
                    <a:pt x="7298" y="2843"/>
                    <a:pt x="7298" y="2822"/>
                    <a:pt x="7308" y="2811"/>
                  </a:cubicBezTo>
                  <a:cubicBezTo>
                    <a:pt x="7308" y="2801"/>
                    <a:pt x="7308" y="2790"/>
                    <a:pt x="7320" y="2780"/>
                  </a:cubicBezTo>
                  <a:lnTo>
                    <a:pt x="7330" y="2758"/>
                  </a:lnTo>
                  <a:cubicBezTo>
                    <a:pt x="7330" y="2747"/>
                    <a:pt x="7341" y="2726"/>
                    <a:pt x="7351" y="2716"/>
                  </a:cubicBezTo>
                  <a:lnTo>
                    <a:pt x="7372" y="2674"/>
                  </a:lnTo>
                  <a:cubicBezTo>
                    <a:pt x="7383" y="2663"/>
                    <a:pt x="7393" y="2641"/>
                    <a:pt x="7393" y="2631"/>
                  </a:cubicBezTo>
                  <a:cubicBezTo>
                    <a:pt x="7404" y="2620"/>
                    <a:pt x="7415" y="2599"/>
                    <a:pt x="7426" y="2589"/>
                  </a:cubicBezTo>
                  <a:cubicBezTo>
                    <a:pt x="7436" y="2578"/>
                    <a:pt x="7447" y="2568"/>
                    <a:pt x="7457" y="2546"/>
                  </a:cubicBezTo>
                  <a:lnTo>
                    <a:pt x="7489" y="2514"/>
                  </a:lnTo>
                  <a:cubicBezTo>
                    <a:pt x="7499" y="2504"/>
                    <a:pt x="7510" y="2483"/>
                    <a:pt x="7521" y="2472"/>
                  </a:cubicBezTo>
                  <a:lnTo>
                    <a:pt x="7553" y="2440"/>
                  </a:lnTo>
                  <a:cubicBezTo>
                    <a:pt x="7563" y="2429"/>
                    <a:pt x="7574" y="2419"/>
                    <a:pt x="7584" y="2419"/>
                  </a:cubicBezTo>
                  <a:close/>
                  <a:moveTo>
                    <a:pt x="3246" y="1"/>
                  </a:moveTo>
                  <a:cubicBezTo>
                    <a:pt x="3204" y="11"/>
                    <a:pt x="3161" y="11"/>
                    <a:pt x="3119" y="22"/>
                  </a:cubicBezTo>
                  <a:cubicBezTo>
                    <a:pt x="2949" y="53"/>
                    <a:pt x="2780" y="107"/>
                    <a:pt x="2620" y="192"/>
                  </a:cubicBezTo>
                  <a:lnTo>
                    <a:pt x="2556" y="223"/>
                  </a:lnTo>
                  <a:cubicBezTo>
                    <a:pt x="2546" y="234"/>
                    <a:pt x="2525" y="244"/>
                    <a:pt x="2504" y="255"/>
                  </a:cubicBezTo>
                  <a:cubicBezTo>
                    <a:pt x="2472" y="276"/>
                    <a:pt x="2429" y="308"/>
                    <a:pt x="2398" y="329"/>
                  </a:cubicBezTo>
                  <a:cubicBezTo>
                    <a:pt x="2366" y="361"/>
                    <a:pt x="2323" y="382"/>
                    <a:pt x="2292" y="404"/>
                  </a:cubicBezTo>
                  <a:lnTo>
                    <a:pt x="2207" y="489"/>
                  </a:lnTo>
                  <a:cubicBezTo>
                    <a:pt x="2080" y="605"/>
                    <a:pt x="1984" y="732"/>
                    <a:pt x="1910" y="849"/>
                  </a:cubicBezTo>
                  <a:cubicBezTo>
                    <a:pt x="1835" y="965"/>
                    <a:pt x="1772" y="1083"/>
                    <a:pt x="1740" y="1178"/>
                  </a:cubicBezTo>
                  <a:cubicBezTo>
                    <a:pt x="1698" y="1273"/>
                    <a:pt x="1676" y="1358"/>
                    <a:pt x="1665" y="1411"/>
                  </a:cubicBezTo>
                  <a:cubicBezTo>
                    <a:pt x="1665" y="1464"/>
                    <a:pt x="1655" y="1486"/>
                    <a:pt x="1665" y="1486"/>
                  </a:cubicBezTo>
                  <a:cubicBezTo>
                    <a:pt x="1644" y="1581"/>
                    <a:pt x="1634" y="1677"/>
                    <a:pt x="1623" y="1750"/>
                  </a:cubicBezTo>
                  <a:cubicBezTo>
                    <a:pt x="1623" y="1793"/>
                    <a:pt x="1613" y="1835"/>
                    <a:pt x="1613" y="1867"/>
                  </a:cubicBezTo>
                  <a:lnTo>
                    <a:pt x="1613" y="1974"/>
                  </a:lnTo>
                  <a:cubicBezTo>
                    <a:pt x="1613" y="2122"/>
                    <a:pt x="1634" y="2238"/>
                    <a:pt x="1655" y="2355"/>
                  </a:cubicBezTo>
                  <a:cubicBezTo>
                    <a:pt x="1655" y="2387"/>
                    <a:pt x="1665" y="2408"/>
                    <a:pt x="1676" y="2440"/>
                  </a:cubicBezTo>
                  <a:cubicBezTo>
                    <a:pt x="1676" y="2450"/>
                    <a:pt x="1676" y="2472"/>
                    <a:pt x="1687" y="2483"/>
                  </a:cubicBezTo>
                  <a:cubicBezTo>
                    <a:pt x="1687" y="2504"/>
                    <a:pt x="1698" y="2514"/>
                    <a:pt x="1698" y="2535"/>
                  </a:cubicBezTo>
                  <a:cubicBezTo>
                    <a:pt x="1708" y="2557"/>
                    <a:pt x="1719" y="2589"/>
                    <a:pt x="1729" y="2620"/>
                  </a:cubicBezTo>
                  <a:lnTo>
                    <a:pt x="1761" y="2716"/>
                  </a:lnTo>
                  <a:cubicBezTo>
                    <a:pt x="1783" y="2790"/>
                    <a:pt x="1814" y="2854"/>
                    <a:pt x="1846" y="2928"/>
                  </a:cubicBezTo>
                  <a:cubicBezTo>
                    <a:pt x="1889" y="3002"/>
                    <a:pt x="1931" y="3087"/>
                    <a:pt x="1984" y="3172"/>
                  </a:cubicBezTo>
                  <a:lnTo>
                    <a:pt x="2111" y="3331"/>
                  </a:lnTo>
                  <a:cubicBezTo>
                    <a:pt x="2153" y="3395"/>
                    <a:pt x="2207" y="3448"/>
                    <a:pt x="2249" y="3490"/>
                  </a:cubicBezTo>
                  <a:cubicBezTo>
                    <a:pt x="2281" y="3522"/>
                    <a:pt x="2313" y="3554"/>
                    <a:pt x="2344" y="3575"/>
                  </a:cubicBezTo>
                  <a:cubicBezTo>
                    <a:pt x="2207" y="3617"/>
                    <a:pt x="2058" y="3660"/>
                    <a:pt x="1920" y="3692"/>
                  </a:cubicBezTo>
                  <a:cubicBezTo>
                    <a:pt x="1676" y="3745"/>
                    <a:pt x="1443" y="3777"/>
                    <a:pt x="1199" y="3798"/>
                  </a:cubicBezTo>
                  <a:cubicBezTo>
                    <a:pt x="1177" y="3798"/>
                    <a:pt x="1135" y="3808"/>
                    <a:pt x="1071" y="3819"/>
                  </a:cubicBezTo>
                  <a:lnTo>
                    <a:pt x="753" y="3819"/>
                  </a:lnTo>
                  <a:lnTo>
                    <a:pt x="637" y="3808"/>
                  </a:lnTo>
                  <a:cubicBezTo>
                    <a:pt x="552" y="3819"/>
                    <a:pt x="583" y="3840"/>
                    <a:pt x="520" y="3840"/>
                  </a:cubicBezTo>
                  <a:cubicBezTo>
                    <a:pt x="520" y="3851"/>
                    <a:pt x="477" y="3862"/>
                    <a:pt x="425" y="3862"/>
                  </a:cubicBezTo>
                  <a:cubicBezTo>
                    <a:pt x="393" y="3862"/>
                    <a:pt x="361" y="3872"/>
                    <a:pt x="329" y="3872"/>
                  </a:cubicBezTo>
                  <a:lnTo>
                    <a:pt x="276" y="3872"/>
                  </a:lnTo>
                  <a:cubicBezTo>
                    <a:pt x="255" y="3872"/>
                    <a:pt x="244" y="3872"/>
                    <a:pt x="223" y="3862"/>
                  </a:cubicBezTo>
                  <a:lnTo>
                    <a:pt x="53" y="3862"/>
                  </a:lnTo>
                  <a:cubicBezTo>
                    <a:pt x="11" y="3872"/>
                    <a:pt x="1" y="3872"/>
                    <a:pt x="32" y="3893"/>
                  </a:cubicBezTo>
                  <a:cubicBezTo>
                    <a:pt x="43" y="3904"/>
                    <a:pt x="107" y="3914"/>
                    <a:pt x="202" y="3935"/>
                  </a:cubicBezTo>
                  <a:cubicBezTo>
                    <a:pt x="234" y="3947"/>
                    <a:pt x="255" y="3947"/>
                    <a:pt x="286" y="3957"/>
                  </a:cubicBezTo>
                  <a:cubicBezTo>
                    <a:pt x="308" y="3957"/>
                    <a:pt x="340" y="3968"/>
                    <a:pt x="371" y="3968"/>
                  </a:cubicBezTo>
                  <a:cubicBezTo>
                    <a:pt x="393" y="3978"/>
                    <a:pt x="425" y="3978"/>
                    <a:pt x="456" y="3989"/>
                  </a:cubicBezTo>
                  <a:lnTo>
                    <a:pt x="510" y="3989"/>
                  </a:lnTo>
                  <a:cubicBezTo>
                    <a:pt x="531" y="3989"/>
                    <a:pt x="541" y="3999"/>
                    <a:pt x="562" y="3999"/>
                  </a:cubicBezTo>
                  <a:cubicBezTo>
                    <a:pt x="595" y="3999"/>
                    <a:pt x="626" y="4010"/>
                    <a:pt x="668" y="4010"/>
                  </a:cubicBezTo>
                  <a:lnTo>
                    <a:pt x="722" y="4010"/>
                  </a:lnTo>
                  <a:cubicBezTo>
                    <a:pt x="732" y="4020"/>
                    <a:pt x="753" y="4020"/>
                    <a:pt x="774" y="4020"/>
                  </a:cubicBezTo>
                  <a:cubicBezTo>
                    <a:pt x="838" y="4020"/>
                    <a:pt x="913" y="4031"/>
                    <a:pt x="987" y="4031"/>
                  </a:cubicBezTo>
                  <a:cubicBezTo>
                    <a:pt x="1082" y="4031"/>
                    <a:pt x="1177" y="4042"/>
                    <a:pt x="1252" y="4042"/>
                  </a:cubicBezTo>
                  <a:cubicBezTo>
                    <a:pt x="1284" y="4042"/>
                    <a:pt x="1316" y="4031"/>
                    <a:pt x="1347" y="4031"/>
                  </a:cubicBezTo>
                  <a:cubicBezTo>
                    <a:pt x="1390" y="4031"/>
                    <a:pt x="1368" y="4042"/>
                    <a:pt x="1316" y="4053"/>
                  </a:cubicBezTo>
                  <a:cubicBezTo>
                    <a:pt x="1284" y="4063"/>
                    <a:pt x="1252" y="4063"/>
                    <a:pt x="1220" y="4074"/>
                  </a:cubicBezTo>
                  <a:cubicBezTo>
                    <a:pt x="1189" y="4074"/>
                    <a:pt x="1156" y="4074"/>
                    <a:pt x="1135" y="4084"/>
                  </a:cubicBezTo>
                  <a:cubicBezTo>
                    <a:pt x="1390" y="4074"/>
                    <a:pt x="1528" y="4063"/>
                    <a:pt x="1581" y="4063"/>
                  </a:cubicBezTo>
                  <a:cubicBezTo>
                    <a:pt x="1623" y="4063"/>
                    <a:pt x="1581" y="4074"/>
                    <a:pt x="1475" y="4095"/>
                  </a:cubicBezTo>
                  <a:cubicBezTo>
                    <a:pt x="1538" y="4095"/>
                    <a:pt x="1602" y="4084"/>
                    <a:pt x="1644" y="4084"/>
                  </a:cubicBezTo>
                  <a:cubicBezTo>
                    <a:pt x="1687" y="4074"/>
                    <a:pt x="1719" y="4074"/>
                    <a:pt x="1719" y="4074"/>
                  </a:cubicBezTo>
                  <a:lnTo>
                    <a:pt x="1719" y="4074"/>
                  </a:lnTo>
                  <a:cubicBezTo>
                    <a:pt x="1687" y="4084"/>
                    <a:pt x="1602" y="4105"/>
                    <a:pt x="1602" y="4105"/>
                  </a:cubicBezTo>
                  <a:cubicBezTo>
                    <a:pt x="1931" y="4074"/>
                    <a:pt x="2270" y="4010"/>
                    <a:pt x="2599" y="3904"/>
                  </a:cubicBezTo>
                  <a:cubicBezTo>
                    <a:pt x="2652" y="3883"/>
                    <a:pt x="2695" y="3872"/>
                    <a:pt x="2747" y="3851"/>
                  </a:cubicBezTo>
                  <a:cubicBezTo>
                    <a:pt x="2971" y="3957"/>
                    <a:pt x="3214" y="4042"/>
                    <a:pt x="3469" y="4074"/>
                  </a:cubicBezTo>
                  <a:cubicBezTo>
                    <a:pt x="3565" y="4084"/>
                    <a:pt x="3649" y="4084"/>
                    <a:pt x="3744" y="4084"/>
                  </a:cubicBezTo>
                  <a:cubicBezTo>
                    <a:pt x="3978" y="4084"/>
                    <a:pt x="4211" y="4053"/>
                    <a:pt x="4445" y="3968"/>
                  </a:cubicBezTo>
                  <a:lnTo>
                    <a:pt x="4498" y="3947"/>
                  </a:lnTo>
                  <a:cubicBezTo>
                    <a:pt x="4519" y="3935"/>
                    <a:pt x="4540" y="3925"/>
                    <a:pt x="4562" y="3925"/>
                  </a:cubicBezTo>
                  <a:cubicBezTo>
                    <a:pt x="4593" y="3904"/>
                    <a:pt x="4635" y="3883"/>
                    <a:pt x="4668" y="3872"/>
                  </a:cubicBezTo>
                  <a:lnTo>
                    <a:pt x="4890" y="3745"/>
                  </a:lnTo>
                  <a:cubicBezTo>
                    <a:pt x="4911" y="3734"/>
                    <a:pt x="4922" y="3723"/>
                    <a:pt x="4943" y="3713"/>
                  </a:cubicBezTo>
                  <a:lnTo>
                    <a:pt x="4996" y="3681"/>
                  </a:lnTo>
                  <a:cubicBezTo>
                    <a:pt x="5028" y="3660"/>
                    <a:pt x="5060" y="3628"/>
                    <a:pt x="5092" y="3607"/>
                  </a:cubicBezTo>
                  <a:cubicBezTo>
                    <a:pt x="5156" y="3565"/>
                    <a:pt x="5219" y="3511"/>
                    <a:pt x="5283" y="3459"/>
                  </a:cubicBezTo>
                  <a:cubicBezTo>
                    <a:pt x="5559" y="3235"/>
                    <a:pt x="5813" y="2992"/>
                    <a:pt x="6078" y="2801"/>
                  </a:cubicBezTo>
                  <a:cubicBezTo>
                    <a:pt x="6153" y="2747"/>
                    <a:pt x="6216" y="2705"/>
                    <a:pt x="6290" y="2663"/>
                  </a:cubicBezTo>
                  <a:cubicBezTo>
                    <a:pt x="6354" y="2610"/>
                    <a:pt x="6428" y="2568"/>
                    <a:pt x="6502" y="2535"/>
                  </a:cubicBezTo>
                  <a:cubicBezTo>
                    <a:pt x="6535" y="2514"/>
                    <a:pt x="6577" y="2504"/>
                    <a:pt x="6608" y="2483"/>
                  </a:cubicBezTo>
                  <a:cubicBezTo>
                    <a:pt x="6651" y="2472"/>
                    <a:pt x="6693" y="2450"/>
                    <a:pt x="6726" y="2440"/>
                  </a:cubicBezTo>
                  <a:cubicBezTo>
                    <a:pt x="6747" y="2429"/>
                    <a:pt x="6768" y="2429"/>
                    <a:pt x="6789" y="2419"/>
                  </a:cubicBezTo>
                  <a:lnTo>
                    <a:pt x="6842" y="2408"/>
                  </a:lnTo>
                  <a:cubicBezTo>
                    <a:pt x="6884" y="2398"/>
                    <a:pt x="6916" y="2387"/>
                    <a:pt x="6959" y="2377"/>
                  </a:cubicBezTo>
                  <a:cubicBezTo>
                    <a:pt x="7044" y="2366"/>
                    <a:pt x="7118" y="2355"/>
                    <a:pt x="7202" y="2355"/>
                  </a:cubicBezTo>
                  <a:cubicBezTo>
                    <a:pt x="7256" y="2355"/>
                    <a:pt x="7308" y="2355"/>
                    <a:pt x="7362" y="2366"/>
                  </a:cubicBezTo>
                  <a:cubicBezTo>
                    <a:pt x="7320" y="2419"/>
                    <a:pt x="7277" y="2472"/>
                    <a:pt x="7245" y="2525"/>
                  </a:cubicBezTo>
                  <a:cubicBezTo>
                    <a:pt x="7181" y="2620"/>
                    <a:pt x="7129" y="2716"/>
                    <a:pt x="7107" y="2822"/>
                  </a:cubicBezTo>
                  <a:lnTo>
                    <a:pt x="7086" y="2865"/>
                  </a:lnTo>
                  <a:lnTo>
                    <a:pt x="7086" y="2907"/>
                  </a:lnTo>
                  <a:cubicBezTo>
                    <a:pt x="7075" y="2917"/>
                    <a:pt x="7075" y="2928"/>
                    <a:pt x="7075" y="2949"/>
                  </a:cubicBezTo>
                  <a:cubicBezTo>
                    <a:pt x="7075" y="2960"/>
                    <a:pt x="7065" y="2971"/>
                    <a:pt x="7065" y="2992"/>
                  </a:cubicBezTo>
                  <a:lnTo>
                    <a:pt x="7065" y="3162"/>
                  </a:lnTo>
                  <a:cubicBezTo>
                    <a:pt x="7075" y="3268"/>
                    <a:pt x="7107" y="3384"/>
                    <a:pt x="7160" y="3501"/>
                  </a:cubicBezTo>
                  <a:cubicBezTo>
                    <a:pt x="7192" y="3554"/>
                    <a:pt x="7224" y="3607"/>
                    <a:pt x="7266" y="3660"/>
                  </a:cubicBezTo>
                  <a:cubicBezTo>
                    <a:pt x="7308" y="3713"/>
                    <a:pt x="7362" y="3756"/>
                    <a:pt x="7426" y="3798"/>
                  </a:cubicBezTo>
                  <a:cubicBezTo>
                    <a:pt x="7489" y="3840"/>
                    <a:pt x="7553" y="3872"/>
                    <a:pt x="7638" y="3893"/>
                  </a:cubicBezTo>
                  <a:cubicBezTo>
                    <a:pt x="7648" y="3893"/>
                    <a:pt x="7659" y="3904"/>
                    <a:pt x="7669" y="3904"/>
                  </a:cubicBezTo>
                  <a:lnTo>
                    <a:pt x="7701" y="3904"/>
                  </a:lnTo>
                  <a:cubicBezTo>
                    <a:pt x="7712" y="3904"/>
                    <a:pt x="7723" y="3914"/>
                    <a:pt x="7744" y="3914"/>
                  </a:cubicBezTo>
                  <a:lnTo>
                    <a:pt x="7754" y="3914"/>
                  </a:lnTo>
                  <a:lnTo>
                    <a:pt x="7775" y="3904"/>
                  </a:lnTo>
                  <a:cubicBezTo>
                    <a:pt x="7786" y="3904"/>
                    <a:pt x="7796" y="3904"/>
                    <a:pt x="7818" y="3893"/>
                  </a:cubicBezTo>
                  <a:cubicBezTo>
                    <a:pt x="7829" y="3893"/>
                    <a:pt x="7839" y="3893"/>
                    <a:pt x="7850" y="3883"/>
                  </a:cubicBezTo>
                  <a:cubicBezTo>
                    <a:pt x="7860" y="3883"/>
                    <a:pt x="7871" y="3872"/>
                    <a:pt x="7881" y="3872"/>
                  </a:cubicBezTo>
                  <a:cubicBezTo>
                    <a:pt x="7881" y="3872"/>
                    <a:pt x="7892" y="3862"/>
                    <a:pt x="7902" y="3862"/>
                  </a:cubicBezTo>
                  <a:cubicBezTo>
                    <a:pt x="7924" y="3851"/>
                    <a:pt x="7977" y="3829"/>
                    <a:pt x="8030" y="3777"/>
                  </a:cubicBezTo>
                  <a:cubicBezTo>
                    <a:pt x="8062" y="3756"/>
                    <a:pt x="8093" y="3723"/>
                    <a:pt x="8126" y="3681"/>
                  </a:cubicBezTo>
                  <a:cubicBezTo>
                    <a:pt x="8157" y="3650"/>
                    <a:pt x="8178" y="3607"/>
                    <a:pt x="8211" y="3554"/>
                  </a:cubicBezTo>
                  <a:cubicBezTo>
                    <a:pt x="8263" y="3459"/>
                    <a:pt x="8295" y="3341"/>
                    <a:pt x="8306" y="3204"/>
                  </a:cubicBezTo>
                  <a:cubicBezTo>
                    <a:pt x="8317" y="3077"/>
                    <a:pt x="8306" y="2938"/>
                    <a:pt x="8253" y="2811"/>
                  </a:cubicBezTo>
                  <a:cubicBezTo>
                    <a:pt x="8232" y="2747"/>
                    <a:pt x="8199" y="2695"/>
                    <a:pt x="8157" y="2641"/>
                  </a:cubicBezTo>
                  <a:cubicBezTo>
                    <a:pt x="8115" y="2589"/>
                    <a:pt x="8072" y="2535"/>
                    <a:pt x="8030" y="2504"/>
                  </a:cubicBezTo>
                  <a:cubicBezTo>
                    <a:pt x="7935" y="2419"/>
                    <a:pt x="7839" y="2366"/>
                    <a:pt x="7754" y="2323"/>
                  </a:cubicBezTo>
                  <a:cubicBezTo>
                    <a:pt x="7733" y="2313"/>
                    <a:pt x="7723" y="2313"/>
                    <a:pt x="7701" y="2302"/>
                  </a:cubicBezTo>
                  <a:cubicBezTo>
                    <a:pt x="7723" y="2292"/>
                    <a:pt x="7733" y="2281"/>
                    <a:pt x="7744" y="2271"/>
                  </a:cubicBezTo>
                  <a:cubicBezTo>
                    <a:pt x="7796" y="2238"/>
                    <a:pt x="7860" y="2196"/>
                    <a:pt x="7914" y="2164"/>
                  </a:cubicBezTo>
                  <a:cubicBezTo>
                    <a:pt x="7945" y="2153"/>
                    <a:pt x="7977" y="2132"/>
                    <a:pt x="8009" y="2122"/>
                  </a:cubicBezTo>
                  <a:lnTo>
                    <a:pt x="8051" y="2101"/>
                  </a:lnTo>
                  <a:lnTo>
                    <a:pt x="8104" y="2080"/>
                  </a:lnTo>
                  <a:cubicBezTo>
                    <a:pt x="8136" y="2069"/>
                    <a:pt x="8168" y="2058"/>
                    <a:pt x="8189" y="2037"/>
                  </a:cubicBezTo>
                  <a:lnTo>
                    <a:pt x="8284" y="2005"/>
                  </a:lnTo>
                  <a:cubicBezTo>
                    <a:pt x="8306" y="2005"/>
                    <a:pt x="8317" y="1995"/>
                    <a:pt x="8338" y="1995"/>
                  </a:cubicBezTo>
                  <a:lnTo>
                    <a:pt x="8390" y="1984"/>
                  </a:lnTo>
                  <a:lnTo>
                    <a:pt x="8486" y="1952"/>
                  </a:lnTo>
                  <a:cubicBezTo>
                    <a:pt x="8550" y="1941"/>
                    <a:pt x="8614" y="1920"/>
                    <a:pt x="8687" y="1920"/>
                  </a:cubicBezTo>
                  <a:lnTo>
                    <a:pt x="8730" y="1910"/>
                  </a:lnTo>
                  <a:cubicBezTo>
                    <a:pt x="8751" y="1910"/>
                    <a:pt x="8762" y="1910"/>
                    <a:pt x="8783" y="1899"/>
                  </a:cubicBezTo>
                  <a:lnTo>
                    <a:pt x="8889" y="1899"/>
                  </a:lnTo>
                  <a:cubicBezTo>
                    <a:pt x="8921" y="1889"/>
                    <a:pt x="8953" y="1889"/>
                    <a:pt x="8984" y="1889"/>
                  </a:cubicBezTo>
                  <a:lnTo>
                    <a:pt x="9292" y="1889"/>
                  </a:lnTo>
                  <a:cubicBezTo>
                    <a:pt x="9420" y="1899"/>
                    <a:pt x="9557" y="1910"/>
                    <a:pt x="9696" y="1931"/>
                  </a:cubicBezTo>
                  <a:lnTo>
                    <a:pt x="9791" y="1952"/>
                  </a:lnTo>
                  <a:lnTo>
                    <a:pt x="9844" y="1952"/>
                  </a:lnTo>
                  <a:lnTo>
                    <a:pt x="9886" y="1963"/>
                  </a:lnTo>
                  <a:lnTo>
                    <a:pt x="9993" y="1984"/>
                  </a:lnTo>
                  <a:lnTo>
                    <a:pt x="10088" y="2005"/>
                  </a:lnTo>
                  <a:lnTo>
                    <a:pt x="10141" y="2026"/>
                  </a:lnTo>
                  <a:lnTo>
                    <a:pt x="10183" y="2037"/>
                  </a:lnTo>
                  <a:lnTo>
                    <a:pt x="10278" y="2058"/>
                  </a:lnTo>
                  <a:lnTo>
                    <a:pt x="10385" y="2090"/>
                  </a:lnTo>
                  <a:lnTo>
                    <a:pt x="10480" y="2122"/>
                  </a:lnTo>
                  <a:cubicBezTo>
                    <a:pt x="11000" y="2281"/>
                    <a:pt x="11499" y="2504"/>
                    <a:pt x="12018" y="2695"/>
                  </a:cubicBezTo>
                  <a:cubicBezTo>
                    <a:pt x="12156" y="2737"/>
                    <a:pt x="12284" y="2780"/>
                    <a:pt x="12421" y="2822"/>
                  </a:cubicBezTo>
                  <a:lnTo>
                    <a:pt x="12517" y="2854"/>
                  </a:lnTo>
                  <a:lnTo>
                    <a:pt x="12623" y="2886"/>
                  </a:lnTo>
                  <a:cubicBezTo>
                    <a:pt x="12655" y="2896"/>
                    <a:pt x="12687" y="2896"/>
                    <a:pt x="12729" y="2907"/>
                  </a:cubicBezTo>
                  <a:lnTo>
                    <a:pt x="12824" y="2938"/>
                  </a:lnTo>
                  <a:cubicBezTo>
                    <a:pt x="12973" y="2971"/>
                    <a:pt x="13111" y="2992"/>
                    <a:pt x="13260" y="3002"/>
                  </a:cubicBezTo>
                  <a:cubicBezTo>
                    <a:pt x="13344" y="3013"/>
                    <a:pt x="13429" y="3023"/>
                    <a:pt x="13524" y="3023"/>
                  </a:cubicBezTo>
                  <a:cubicBezTo>
                    <a:pt x="13578" y="3023"/>
                    <a:pt x="13620" y="3023"/>
                    <a:pt x="13673" y="3013"/>
                  </a:cubicBezTo>
                  <a:cubicBezTo>
                    <a:pt x="13843" y="3162"/>
                    <a:pt x="14044" y="3278"/>
                    <a:pt x="14267" y="3363"/>
                  </a:cubicBezTo>
                  <a:cubicBezTo>
                    <a:pt x="14521" y="3448"/>
                    <a:pt x="14787" y="3480"/>
                    <a:pt x="15063" y="3480"/>
                  </a:cubicBezTo>
                  <a:lnTo>
                    <a:pt x="15137" y="3480"/>
                  </a:lnTo>
                  <a:cubicBezTo>
                    <a:pt x="15434" y="3469"/>
                    <a:pt x="15720" y="3426"/>
                    <a:pt x="16006" y="3374"/>
                  </a:cubicBezTo>
                  <a:cubicBezTo>
                    <a:pt x="16293" y="3310"/>
                    <a:pt x="16579" y="3246"/>
                    <a:pt x="16855" y="3183"/>
                  </a:cubicBezTo>
                  <a:cubicBezTo>
                    <a:pt x="17142" y="3129"/>
                    <a:pt x="17418" y="3087"/>
                    <a:pt x="17704" y="3077"/>
                  </a:cubicBezTo>
                  <a:lnTo>
                    <a:pt x="17799" y="3077"/>
                  </a:lnTo>
                  <a:cubicBezTo>
                    <a:pt x="17906" y="3077"/>
                    <a:pt x="18022" y="3077"/>
                    <a:pt x="18128" y="3087"/>
                  </a:cubicBezTo>
                  <a:lnTo>
                    <a:pt x="18181" y="3098"/>
                  </a:lnTo>
                  <a:cubicBezTo>
                    <a:pt x="18191" y="3098"/>
                    <a:pt x="18213" y="3098"/>
                    <a:pt x="18224" y="3108"/>
                  </a:cubicBezTo>
                  <a:cubicBezTo>
                    <a:pt x="18266" y="3108"/>
                    <a:pt x="18298" y="3119"/>
                    <a:pt x="18330" y="3119"/>
                  </a:cubicBezTo>
                  <a:cubicBezTo>
                    <a:pt x="18361" y="3129"/>
                    <a:pt x="18404" y="3140"/>
                    <a:pt x="18436" y="3151"/>
                  </a:cubicBezTo>
                  <a:lnTo>
                    <a:pt x="18531" y="3172"/>
                  </a:lnTo>
                  <a:cubicBezTo>
                    <a:pt x="18669" y="3214"/>
                    <a:pt x="18807" y="3268"/>
                    <a:pt x="18934" y="3310"/>
                  </a:cubicBezTo>
                  <a:cubicBezTo>
                    <a:pt x="19061" y="3363"/>
                    <a:pt x="19189" y="3426"/>
                    <a:pt x="19327" y="3480"/>
                  </a:cubicBezTo>
                  <a:cubicBezTo>
                    <a:pt x="19454" y="3532"/>
                    <a:pt x="19592" y="3586"/>
                    <a:pt x="19719" y="3628"/>
                  </a:cubicBezTo>
                  <a:lnTo>
                    <a:pt x="19772" y="3650"/>
                  </a:lnTo>
                  <a:cubicBezTo>
                    <a:pt x="19794" y="3650"/>
                    <a:pt x="19804" y="3660"/>
                    <a:pt x="19825" y="3660"/>
                  </a:cubicBezTo>
                  <a:lnTo>
                    <a:pt x="19931" y="3692"/>
                  </a:lnTo>
                  <a:cubicBezTo>
                    <a:pt x="19995" y="3713"/>
                    <a:pt x="20069" y="3734"/>
                    <a:pt x="20143" y="3745"/>
                  </a:cubicBezTo>
                  <a:lnTo>
                    <a:pt x="20197" y="3745"/>
                  </a:lnTo>
                  <a:cubicBezTo>
                    <a:pt x="20207" y="3756"/>
                    <a:pt x="20228" y="3756"/>
                    <a:pt x="20249" y="3756"/>
                  </a:cubicBezTo>
                  <a:lnTo>
                    <a:pt x="20303" y="3766"/>
                  </a:lnTo>
                  <a:lnTo>
                    <a:pt x="20355" y="3766"/>
                  </a:lnTo>
                  <a:cubicBezTo>
                    <a:pt x="20398" y="3766"/>
                    <a:pt x="20440" y="3777"/>
                    <a:pt x="20483" y="3777"/>
                  </a:cubicBezTo>
                  <a:cubicBezTo>
                    <a:pt x="20515" y="3777"/>
                    <a:pt x="20536" y="3766"/>
                    <a:pt x="20568" y="3766"/>
                  </a:cubicBezTo>
                  <a:cubicBezTo>
                    <a:pt x="20642" y="3766"/>
                    <a:pt x="20706" y="3766"/>
                    <a:pt x="20780" y="3756"/>
                  </a:cubicBezTo>
                  <a:cubicBezTo>
                    <a:pt x="20854" y="3745"/>
                    <a:pt x="20918" y="3723"/>
                    <a:pt x="20992" y="3713"/>
                  </a:cubicBezTo>
                  <a:cubicBezTo>
                    <a:pt x="21268" y="3650"/>
                    <a:pt x="21522" y="3543"/>
                    <a:pt x="21777" y="3426"/>
                  </a:cubicBezTo>
                  <a:cubicBezTo>
                    <a:pt x="22276" y="3183"/>
                    <a:pt x="22731" y="2896"/>
                    <a:pt x="23209" y="2674"/>
                  </a:cubicBezTo>
                  <a:cubicBezTo>
                    <a:pt x="23453" y="2568"/>
                    <a:pt x="23697" y="2483"/>
                    <a:pt x="23941" y="2429"/>
                  </a:cubicBezTo>
                  <a:cubicBezTo>
                    <a:pt x="24058" y="2408"/>
                    <a:pt x="24174" y="2398"/>
                    <a:pt x="24291" y="2398"/>
                  </a:cubicBezTo>
                  <a:lnTo>
                    <a:pt x="24407" y="2398"/>
                  </a:lnTo>
                  <a:cubicBezTo>
                    <a:pt x="24440" y="2408"/>
                    <a:pt x="24471" y="2408"/>
                    <a:pt x="24503" y="2408"/>
                  </a:cubicBezTo>
                  <a:lnTo>
                    <a:pt x="24524" y="2408"/>
                  </a:lnTo>
                  <a:cubicBezTo>
                    <a:pt x="24535" y="2408"/>
                    <a:pt x="24535" y="2419"/>
                    <a:pt x="24546" y="2419"/>
                  </a:cubicBezTo>
                  <a:lnTo>
                    <a:pt x="24577" y="2419"/>
                  </a:lnTo>
                  <a:cubicBezTo>
                    <a:pt x="24588" y="2419"/>
                    <a:pt x="24598" y="2419"/>
                    <a:pt x="24609" y="2429"/>
                  </a:cubicBezTo>
                  <a:lnTo>
                    <a:pt x="24641" y="2429"/>
                  </a:lnTo>
                  <a:lnTo>
                    <a:pt x="24641" y="2440"/>
                  </a:lnTo>
                  <a:lnTo>
                    <a:pt x="24641" y="2472"/>
                  </a:lnTo>
                  <a:lnTo>
                    <a:pt x="24641" y="2483"/>
                  </a:lnTo>
                  <a:lnTo>
                    <a:pt x="24641" y="2493"/>
                  </a:lnTo>
                  <a:lnTo>
                    <a:pt x="24652" y="2514"/>
                  </a:lnTo>
                  <a:lnTo>
                    <a:pt x="24652" y="2535"/>
                  </a:lnTo>
                  <a:lnTo>
                    <a:pt x="24662" y="2568"/>
                  </a:lnTo>
                  <a:cubicBezTo>
                    <a:pt x="24662" y="2578"/>
                    <a:pt x="24673" y="2599"/>
                    <a:pt x="24673" y="2620"/>
                  </a:cubicBezTo>
                  <a:lnTo>
                    <a:pt x="24768" y="2843"/>
                  </a:lnTo>
                  <a:cubicBezTo>
                    <a:pt x="24800" y="2907"/>
                    <a:pt x="24853" y="2981"/>
                    <a:pt x="24895" y="3034"/>
                  </a:cubicBezTo>
                  <a:cubicBezTo>
                    <a:pt x="24906" y="3055"/>
                    <a:pt x="24916" y="3066"/>
                    <a:pt x="24938" y="3087"/>
                  </a:cubicBezTo>
                  <a:lnTo>
                    <a:pt x="24970" y="3129"/>
                  </a:lnTo>
                  <a:lnTo>
                    <a:pt x="25055" y="3214"/>
                  </a:lnTo>
                  <a:cubicBezTo>
                    <a:pt x="25086" y="3235"/>
                    <a:pt x="25107" y="3268"/>
                    <a:pt x="25140" y="3289"/>
                  </a:cubicBezTo>
                  <a:lnTo>
                    <a:pt x="25235" y="3353"/>
                  </a:lnTo>
                  <a:cubicBezTo>
                    <a:pt x="25298" y="3405"/>
                    <a:pt x="25362" y="3437"/>
                    <a:pt x="25426" y="3480"/>
                  </a:cubicBezTo>
                  <a:cubicBezTo>
                    <a:pt x="25553" y="3554"/>
                    <a:pt x="25701" y="3607"/>
                    <a:pt x="25840" y="3650"/>
                  </a:cubicBezTo>
                  <a:cubicBezTo>
                    <a:pt x="25977" y="3692"/>
                    <a:pt x="26126" y="3723"/>
                    <a:pt x="26274" y="3734"/>
                  </a:cubicBezTo>
                  <a:cubicBezTo>
                    <a:pt x="26306" y="3734"/>
                    <a:pt x="26349" y="3734"/>
                    <a:pt x="26380" y="3745"/>
                  </a:cubicBezTo>
                  <a:lnTo>
                    <a:pt x="26486" y="3745"/>
                  </a:lnTo>
                  <a:cubicBezTo>
                    <a:pt x="26529" y="3734"/>
                    <a:pt x="26561" y="3734"/>
                    <a:pt x="26603" y="3734"/>
                  </a:cubicBezTo>
                  <a:lnTo>
                    <a:pt x="26656" y="3734"/>
                  </a:lnTo>
                  <a:lnTo>
                    <a:pt x="26710" y="3723"/>
                  </a:lnTo>
                  <a:cubicBezTo>
                    <a:pt x="26773" y="3723"/>
                    <a:pt x="26847" y="3713"/>
                    <a:pt x="26922" y="3702"/>
                  </a:cubicBezTo>
                  <a:cubicBezTo>
                    <a:pt x="26953" y="3692"/>
                    <a:pt x="26985" y="3692"/>
                    <a:pt x="27017" y="3681"/>
                  </a:cubicBezTo>
                  <a:lnTo>
                    <a:pt x="27070" y="3671"/>
                  </a:lnTo>
                  <a:lnTo>
                    <a:pt x="27123" y="3660"/>
                  </a:lnTo>
                  <a:cubicBezTo>
                    <a:pt x="27155" y="3650"/>
                    <a:pt x="27186" y="3638"/>
                    <a:pt x="27219" y="3638"/>
                  </a:cubicBezTo>
                  <a:cubicBezTo>
                    <a:pt x="27261" y="3628"/>
                    <a:pt x="27292" y="3617"/>
                    <a:pt x="27325" y="3607"/>
                  </a:cubicBezTo>
                  <a:lnTo>
                    <a:pt x="27377" y="3596"/>
                  </a:lnTo>
                  <a:lnTo>
                    <a:pt x="27420" y="3586"/>
                  </a:lnTo>
                  <a:lnTo>
                    <a:pt x="27516" y="3554"/>
                  </a:lnTo>
                  <a:cubicBezTo>
                    <a:pt x="28035" y="3384"/>
                    <a:pt x="28502" y="3162"/>
                    <a:pt x="28947" y="2992"/>
                  </a:cubicBezTo>
                  <a:cubicBezTo>
                    <a:pt x="29404" y="2811"/>
                    <a:pt x="29838" y="2674"/>
                    <a:pt x="30252" y="2557"/>
                  </a:cubicBezTo>
                  <a:cubicBezTo>
                    <a:pt x="30666" y="2440"/>
                    <a:pt x="31069" y="2366"/>
                    <a:pt x="31429" y="2292"/>
                  </a:cubicBezTo>
                  <a:cubicBezTo>
                    <a:pt x="31483" y="2292"/>
                    <a:pt x="31525" y="2281"/>
                    <a:pt x="31568" y="2271"/>
                  </a:cubicBezTo>
                  <a:cubicBezTo>
                    <a:pt x="31589" y="2271"/>
                    <a:pt x="31620" y="2260"/>
                    <a:pt x="31641" y="2260"/>
                  </a:cubicBezTo>
                  <a:cubicBezTo>
                    <a:pt x="31663" y="2260"/>
                    <a:pt x="31684" y="2249"/>
                    <a:pt x="31705" y="2249"/>
                  </a:cubicBezTo>
                  <a:lnTo>
                    <a:pt x="31960" y="2217"/>
                  </a:lnTo>
                  <a:cubicBezTo>
                    <a:pt x="32002" y="2207"/>
                    <a:pt x="32045" y="2207"/>
                    <a:pt x="32087" y="2196"/>
                  </a:cubicBezTo>
                  <a:cubicBezTo>
                    <a:pt x="32129" y="2196"/>
                    <a:pt x="32172" y="2186"/>
                    <a:pt x="32214" y="2186"/>
                  </a:cubicBezTo>
                  <a:cubicBezTo>
                    <a:pt x="32299" y="2175"/>
                    <a:pt x="32374" y="2164"/>
                    <a:pt x="32448" y="2153"/>
                  </a:cubicBezTo>
                  <a:cubicBezTo>
                    <a:pt x="33010" y="2101"/>
                    <a:pt x="33466" y="2090"/>
                    <a:pt x="33795" y="2090"/>
                  </a:cubicBezTo>
                  <a:lnTo>
                    <a:pt x="34241" y="2090"/>
                  </a:lnTo>
                  <a:lnTo>
                    <a:pt x="34601" y="2101"/>
                  </a:lnTo>
                  <a:cubicBezTo>
                    <a:pt x="34505" y="2090"/>
                    <a:pt x="34389" y="2080"/>
                    <a:pt x="34262" y="2069"/>
                  </a:cubicBezTo>
                  <a:lnTo>
                    <a:pt x="34060" y="2069"/>
                  </a:lnTo>
                  <a:cubicBezTo>
                    <a:pt x="33996" y="2058"/>
                    <a:pt x="33922" y="2058"/>
                    <a:pt x="33848" y="2058"/>
                  </a:cubicBezTo>
                  <a:lnTo>
                    <a:pt x="33350" y="2058"/>
                  </a:lnTo>
                  <a:cubicBezTo>
                    <a:pt x="33265" y="2058"/>
                    <a:pt x="33180" y="2058"/>
                    <a:pt x="33084" y="2069"/>
                  </a:cubicBezTo>
                  <a:cubicBezTo>
                    <a:pt x="32999" y="2069"/>
                    <a:pt x="32904" y="2080"/>
                    <a:pt x="32808" y="2080"/>
                  </a:cubicBezTo>
                  <a:cubicBezTo>
                    <a:pt x="32426" y="2111"/>
                    <a:pt x="32013" y="2153"/>
                    <a:pt x="31578" y="2228"/>
                  </a:cubicBezTo>
                  <a:cubicBezTo>
                    <a:pt x="31154" y="2292"/>
                    <a:pt x="30708" y="2387"/>
                    <a:pt x="30263" y="2514"/>
                  </a:cubicBezTo>
                  <a:cubicBezTo>
                    <a:pt x="29817" y="2631"/>
                    <a:pt x="29372" y="2780"/>
                    <a:pt x="28947" y="2949"/>
                  </a:cubicBezTo>
                  <a:cubicBezTo>
                    <a:pt x="28725" y="3034"/>
                    <a:pt x="28523" y="3119"/>
                    <a:pt x="28311" y="3214"/>
                  </a:cubicBezTo>
                  <a:cubicBezTo>
                    <a:pt x="28099" y="3299"/>
                    <a:pt x="27898" y="3384"/>
                    <a:pt x="27696" y="3459"/>
                  </a:cubicBezTo>
                  <a:cubicBezTo>
                    <a:pt x="27483" y="3532"/>
                    <a:pt x="27282" y="3596"/>
                    <a:pt x="27080" y="3638"/>
                  </a:cubicBezTo>
                  <a:cubicBezTo>
                    <a:pt x="26879" y="3681"/>
                    <a:pt x="26677" y="3702"/>
                    <a:pt x="26486" y="3713"/>
                  </a:cubicBezTo>
                  <a:lnTo>
                    <a:pt x="26444" y="3713"/>
                  </a:lnTo>
                  <a:cubicBezTo>
                    <a:pt x="26264" y="3713"/>
                    <a:pt x="26094" y="3681"/>
                    <a:pt x="25935" y="3650"/>
                  </a:cubicBezTo>
                  <a:cubicBezTo>
                    <a:pt x="25910" y="3640"/>
                    <a:pt x="25886" y="3632"/>
                    <a:pt x="25863" y="3624"/>
                  </a:cubicBezTo>
                  <a:lnTo>
                    <a:pt x="25863" y="3624"/>
                  </a:lnTo>
                  <a:cubicBezTo>
                    <a:pt x="25908" y="3637"/>
                    <a:pt x="25953" y="3649"/>
                    <a:pt x="25998" y="3660"/>
                  </a:cubicBezTo>
                  <a:cubicBezTo>
                    <a:pt x="26094" y="3681"/>
                    <a:pt x="26189" y="3692"/>
                    <a:pt x="26295" y="3702"/>
                  </a:cubicBezTo>
                  <a:lnTo>
                    <a:pt x="26603" y="3702"/>
                  </a:lnTo>
                  <a:cubicBezTo>
                    <a:pt x="26816" y="3692"/>
                    <a:pt x="27028" y="3650"/>
                    <a:pt x="27240" y="3596"/>
                  </a:cubicBezTo>
                  <a:cubicBezTo>
                    <a:pt x="27460" y="3533"/>
                    <a:pt x="27681" y="3460"/>
                    <a:pt x="27902" y="3376"/>
                  </a:cubicBezTo>
                  <a:lnTo>
                    <a:pt x="27902" y="3376"/>
                  </a:lnTo>
                  <a:cubicBezTo>
                    <a:pt x="27766" y="3428"/>
                    <a:pt x="27620" y="3469"/>
                    <a:pt x="27483" y="3511"/>
                  </a:cubicBezTo>
                  <a:cubicBezTo>
                    <a:pt x="27346" y="3565"/>
                    <a:pt x="27197" y="3596"/>
                    <a:pt x="27059" y="3628"/>
                  </a:cubicBezTo>
                  <a:cubicBezTo>
                    <a:pt x="26911" y="3650"/>
                    <a:pt x="26762" y="3671"/>
                    <a:pt x="26625" y="3681"/>
                  </a:cubicBezTo>
                  <a:lnTo>
                    <a:pt x="26306" y="3681"/>
                  </a:lnTo>
                  <a:cubicBezTo>
                    <a:pt x="26274" y="3671"/>
                    <a:pt x="26243" y="3671"/>
                    <a:pt x="26211" y="3671"/>
                  </a:cubicBezTo>
                  <a:cubicBezTo>
                    <a:pt x="25670" y="3596"/>
                    <a:pt x="25213" y="3320"/>
                    <a:pt x="24959" y="2992"/>
                  </a:cubicBezTo>
                  <a:cubicBezTo>
                    <a:pt x="24895" y="2907"/>
                    <a:pt x="24832" y="2811"/>
                    <a:pt x="24789" y="2705"/>
                  </a:cubicBezTo>
                  <a:cubicBezTo>
                    <a:pt x="24779" y="2684"/>
                    <a:pt x="24768" y="2652"/>
                    <a:pt x="24758" y="2631"/>
                  </a:cubicBezTo>
                  <a:lnTo>
                    <a:pt x="24747" y="2589"/>
                  </a:lnTo>
                  <a:lnTo>
                    <a:pt x="24737" y="2546"/>
                  </a:lnTo>
                  <a:cubicBezTo>
                    <a:pt x="24726" y="2525"/>
                    <a:pt x="24726" y="2493"/>
                    <a:pt x="24715" y="2461"/>
                  </a:cubicBezTo>
                  <a:lnTo>
                    <a:pt x="24715" y="2419"/>
                  </a:lnTo>
                  <a:cubicBezTo>
                    <a:pt x="24704" y="2398"/>
                    <a:pt x="24704" y="2387"/>
                    <a:pt x="24704" y="2366"/>
                  </a:cubicBezTo>
                  <a:lnTo>
                    <a:pt x="24694" y="2366"/>
                  </a:lnTo>
                  <a:lnTo>
                    <a:pt x="24673" y="2355"/>
                  </a:lnTo>
                  <a:lnTo>
                    <a:pt x="24630" y="2355"/>
                  </a:lnTo>
                  <a:cubicBezTo>
                    <a:pt x="24609" y="2344"/>
                    <a:pt x="24588" y="2344"/>
                    <a:pt x="24556" y="2334"/>
                  </a:cubicBezTo>
                  <a:lnTo>
                    <a:pt x="24492" y="2334"/>
                  </a:lnTo>
                  <a:cubicBezTo>
                    <a:pt x="24461" y="2323"/>
                    <a:pt x="24440" y="2323"/>
                    <a:pt x="24418" y="2323"/>
                  </a:cubicBezTo>
                  <a:lnTo>
                    <a:pt x="24121" y="2323"/>
                  </a:lnTo>
                  <a:cubicBezTo>
                    <a:pt x="23930" y="2344"/>
                    <a:pt x="23739" y="2398"/>
                    <a:pt x="23549" y="2461"/>
                  </a:cubicBezTo>
                  <a:cubicBezTo>
                    <a:pt x="23389" y="2514"/>
                    <a:pt x="23230" y="2578"/>
                    <a:pt x="23082" y="2652"/>
                  </a:cubicBezTo>
                  <a:cubicBezTo>
                    <a:pt x="22922" y="2726"/>
                    <a:pt x="22774" y="2811"/>
                    <a:pt x="22625" y="2886"/>
                  </a:cubicBezTo>
                  <a:cubicBezTo>
                    <a:pt x="22328" y="3055"/>
                    <a:pt x="22031" y="3225"/>
                    <a:pt x="21724" y="3363"/>
                  </a:cubicBezTo>
                  <a:cubicBezTo>
                    <a:pt x="21576" y="3437"/>
                    <a:pt x="21416" y="3501"/>
                    <a:pt x="21257" y="3554"/>
                  </a:cubicBezTo>
                  <a:cubicBezTo>
                    <a:pt x="21098" y="3607"/>
                    <a:pt x="20939" y="3650"/>
                    <a:pt x="20769" y="3681"/>
                  </a:cubicBezTo>
                  <a:cubicBezTo>
                    <a:pt x="20695" y="3692"/>
                    <a:pt x="20610" y="3692"/>
                    <a:pt x="20525" y="3692"/>
                  </a:cubicBezTo>
                  <a:lnTo>
                    <a:pt x="20334" y="3692"/>
                  </a:lnTo>
                  <a:lnTo>
                    <a:pt x="20282" y="3681"/>
                  </a:lnTo>
                  <a:cubicBezTo>
                    <a:pt x="20112" y="3660"/>
                    <a:pt x="19952" y="3628"/>
                    <a:pt x="19794" y="3575"/>
                  </a:cubicBezTo>
                  <a:cubicBezTo>
                    <a:pt x="19475" y="3469"/>
                    <a:pt x="19167" y="3320"/>
                    <a:pt x="18860" y="3204"/>
                  </a:cubicBezTo>
                  <a:cubicBezTo>
                    <a:pt x="18701" y="3140"/>
                    <a:pt x="18542" y="3087"/>
                    <a:pt x="18372" y="3044"/>
                  </a:cubicBezTo>
                  <a:cubicBezTo>
                    <a:pt x="18203" y="3013"/>
                    <a:pt x="18033" y="2992"/>
                    <a:pt x="17863" y="2992"/>
                  </a:cubicBezTo>
                  <a:lnTo>
                    <a:pt x="17788" y="2992"/>
                  </a:lnTo>
                  <a:cubicBezTo>
                    <a:pt x="17481" y="2992"/>
                    <a:pt x="17163" y="3034"/>
                    <a:pt x="16855" y="3098"/>
                  </a:cubicBezTo>
                  <a:cubicBezTo>
                    <a:pt x="16527" y="3162"/>
                    <a:pt x="16197" y="3246"/>
                    <a:pt x="15858" y="3299"/>
                  </a:cubicBezTo>
                  <a:cubicBezTo>
                    <a:pt x="15742" y="3320"/>
                    <a:pt x="15603" y="3341"/>
                    <a:pt x="15455" y="3363"/>
                  </a:cubicBezTo>
                  <a:cubicBezTo>
                    <a:pt x="15339" y="3374"/>
                    <a:pt x="15211" y="3384"/>
                    <a:pt x="15073" y="3384"/>
                  </a:cubicBezTo>
                  <a:cubicBezTo>
                    <a:pt x="15042" y="3384"/>
                    <a:pt x="14999" y="3374"/>
                    <a:pt x="14957" y="3374"/>
                  </a:cubicBezTo>
                  <a:cubicBezTo>
                    <a:pt x="14787" y="3374"/>
                    <a:pt x="14606" y="3341"/>
                    <a:pt x="14426" y="3299"/>
                  </a:cubicBezTo>
                  <a:cubicBezTo>
                    <a:pt x="14246" y="3246"/>
                    <a:pt x="14066" y="3172"/>
                    <a:pt x="13906" y="3055"/>
                  </a:cubicBezTo>
                  <a:cubicBezTo>
                    <a:pt x="13885" y="3044"/>
                    <a:pt x="13854" y="3023"/>
                    <a:pt x="13832" y="3002"/>
                  </a:cubicBezTo>
                  <a:lnTo>
                    <a:pt x="13843" y="3002"/>
                  </a:lnTo>
                  <a:cubicBezTo>
                    <a:pt x="13917" y="3055"/>
                    <a:pt x="14002" y="3108"/>
                    <a:pt x="14087" y="3162"/>
                  </a:cubicBezTo>
                  <a:cubicBezTo>
                    <a:pt x="14140" y="3183"/>
                    <a:pt x="14203" y="3214"/>
                    <a:pt x="14257" y="3235"/>
                  </a:cubicBezTo>
                  <a:cubicBezTo>
                    <a:pt x="14309" y="3257"/>
                    <a:pt x="14373" y="3278"/>
                    <a:pt x="14426" y="3289"/>
                  </a:cubicBezTo>
                  <a:cubicBezTo>
                    <a:pt x="14543" y="3320"/>
                    <a:pt x="14670" y="3341"/>
                    <a:pt x="14787" y="3353"/>
                  </a:cubicBezTo>
                  <a:cubicBezTo>
                    <a:pt x="14882" y="3363"/>
                    <a:pt x="14978" y="3374"/>
                    <a:pt x="15084" y="3374"/>
                  </a:cubicBezTo>
                  <a:lnTo>
                    <a:pt x="15148" y="3374"/>
                  </a:lnTo>
                  <a:cubicBezTo>
                    <a:pt x="15275" y="3363"/>
                    <a:pt x="15402" y="3353"/>
                    <a:pt x="15518" y="3341"/>
                  </a:cubicBezTo>
                  <a:cubicBezTo>
                    <a:pt x="15646" y="3331"/>
                    <a:pt x="15763" y="3310"/>
                    <a:pt x="15890" y="3289"/>
                  </a:cubicBezTo>
                  <a:cubicBezTo>
                    <a:pt x="16006" y="3257"/>
                    <a:pt x="16124" y="3235"/>
                    <a:pt x="16251" y="3214"/>
                  </a:cubicBezTo>
                  <a:cubicBezTo>
                    <a:pt x="16494" y="3162"/>
                    <a:pt x="16739" y="3098"/>
                    <a:pt x="16982" y="3055"/>
                  </a:cubicBezTo>
                  <a:cubicBezTo>
                    <a:pt x="17227" y="3013"/>
                    <a:pt x="17481" y="2981"/>
                    <a:pt x="17736" y="2971"/>
                  </a:cubicBezTo>
                  <a:lnTo>
                    <a:pt x="17799" y="2971"/>
                  </a:lnTo>
                  <a:cubicBezTo>
                    <a:pt x="18033" y="2971"/>
                    <a:pt x="18266" y="3002"/>
                    <a:pt x="18488" y="3055"/>
                  </a:cubicBezTo>
                  <a:lnTo>
                    <a:pt x="18573" y="3087"/>
                  </a:lnTo>
                  <a:cubicBezTo>
                    <a:pt x="18606" y="3098"/>
                    <a:pt x="18637" y="3098"/>
                    <a:pt x="18669" y="3108"/>
                  </a:cubicBezTo>
                  <a:lnTo>
                    <a:pt x="18712" y="3129"/>
                  </a:lnTo>
                  <a:lnTo>
                    <a:pt x="18754" y="3140"/>
                  </a:lnTo>
                  <a:lnTo>
                    <a:pt x="18839" y="3172"/>
                  </a:lnTo>
                  <a:cubicBezTo>
                    <a:pt x="18955" y="3225"/>
                    <a:pt x="19072" y="3268"/>
                    <a:pt x="19189" y="3320"/>
                  </a:cubicBezTo>
                  <a:cubicBezTo>
                    <a:pt x="19306" y="3363"/>
                    <a:pt x="19422" y="3416"/>
                    <a:pt x="19539" y="3459"/>
                  </a:cubicBezTo>
                  <a:cubicBezTo>
                    <a:pt x="19592" y="3480"/>
                    <a:pt x="19645" y="3501"/>
                    <a:pt x="19709" y="3522"/>
                  </a:cubicBezTo>
                  <a:lnTo>
                    <a:pt x="19794" y="3554"/>
                  </a:lnTo>
                  <a:cubicBezTo>
                    <a:pt x="19815" y="3554"/>
                    <a:pt x="19825" y="3565"/>
                    <a:pt x="19836" y="3565"/>
                  </a:cubicBezTo>
                  <a:lnTo>
                    <a:pt x="19878" y="3586"/>
                  </a:lnTo>
                  <a:cubicBezTo>
                    <a:pt x="19995" y="3617"/>
                    <a:pt x="20122" y="3638"/>
                    <a:pt x="20239" y="3660"/>
                  </a:cubicBezTo>
                  <a:cubicBezTo>
                    <a:pt x="20324" y="3671"/>
                    <a:pt x="20409" y="3671"/>
                    <a:pt x="20483" y="3671"/>
                  </a:cubicBezTo>
                  <a:lnTo>
                    <a:pt x="20494" y="3671"/>
                  </a:lnTo>
                  <a:cubicBezTo>
                    <a:pt x="20377" y="3671"/>
                    <a:pt x="20260" y="3660"/>
                    <a:pt x="20143" y="3628"/>
                  </a:cubicBezTo>
                  <a:cubicBezTo>
                    <a:pt x="20112" y="3628"/>
                    <a:pt x="20080" y="3617"/>
                    <a:pt x="20048" y="3617"/>
                  </a:cubicBezTo>
                  <a:lnTo>
                    <a:pt x="19952" y="3586"/>
                  </a:lnTo>
                  <a:cubicBezTo>
                    <a:pt x="19900" y="3575"/>
                    <a:pt x="19836" y="3554"/>
                    <a:pt x="19772" y="3532"/>
                  </a:cubicBezTo>
                  <a:cubicBezTo>
                    <a:pt x="19709" y="3511"/>
                    <a:pt x="19655" y="3490"/>
                    <a:pt x="19592" y="3469"/>
                  </a:cubicBezTo>
                  <a:cubicBezTo>
                    <a:pt x="19528" y="3448"/>
                    <a:pt x="19464" y="3416"/>
                    <a:pt x="19412" y="3395"/>
                  </a:cubicBezTo>
                  <a:lnTo>
                    <a:pt x="19051" y="3246"/>
                  </a:lnTo>
                  <a:cubicBezTo>
                    <a:pt x="18924" y="3193"/>
                    <a:pt x="18807" y="3140"/>
                    <a:pt x="18679" y="3098"/>
                  </a:cubicBezTo>
                  <a:cubicBezTo>
                    <a:pt x="18552" y="3055"/>
                    <a:pt x="18425" y="3023"/>
                    <a:pt x="18287" y="3002"/>
                  </a:cubicBezTo>
                  <a:cubicBezTo>
                    <a:pt x="18160" y="2971"/>
                    <a:pt x="18022" y="2960"/>
                    <a:pt x="17894" y="2960"/>
                  </a:cubicBezTo>
                  <a:lnTo>
                    <a:pt x="17788" y="2960"/>
                  </a:lnTo>
                  <a:cubicBezTo>
                    <a:pt x="17682" y="2960"/>
                    <a:pt x="17587" y="2960"/>
                    <a:pt x="17491" y="2971"/>
                  </a:cubicBezTo>
                  <a:cubicBezTo>
                    <a:pt x="17437" y="2975"/>
                    <a:pt x="17385" y="2979"/>
                    <a:pt x="17333" y="2984"/>
                  </a:cubicBezTo>
                  <a:lnTo>
                    <a:pt x="17333" y="2984"/>
                  </a:lnTo>
                  <a:cubicBezTo>
                    <a:pt x="17372" y="2979"/>
                    <a:pt x="17410" y="2974"/>
                    <a:pt x="17449" y="2971"/>
                  </a:cubicBezTo>
                  <a:lnTo>
                    <a:pt x="17534" y="2960"/>
                  </a:lnTo>
                  <a:lnTo>
                    <a:pt x="17619" y="2960"/>
                  </a:lnTo>
                  <a:cubicBezTo>
                    <a:pt x="17651" y="2960"/>
                    <a:pt x="17682" y="2949"/>
                    <a:pt x="17715" y="2949"/>
                  </a:cubicBezTo>
                  <a:lnTo>
                    <a:pt x="17799" y="2949"/>
                  </a:lnTo>
                  <a:cubicBezTo>
                    <a:pt x="17916" y="2949"/>
                    <a:pt x="18033" y="2960"/>
                    <a:pt x="18149" y="2971"/>
                  </a:cubicBezTo>
                  <a:lnTo>
                    <a:pt x="18203" y="2981"/>
                  </a:lnTo>
                  <a:lnTo>
                    <a:pt x="18245" y="2981"/>
                  </a:lnTo>
                  <a:cubicBezTo>
                    <a:pt x="18276" y="2992"/>
                    <a:pt x="18298" y="2992"/>
                    <a:pt x="18330" y="3002"/>
                  </a:cubicBezTo>
                  <a:cubicBezTo>
                    <a:pt x="18361" y="3002"/>
                    <a:pt x="18393" y="3013"/>
                    <a:pt x="18415" y="3023"/>
                  </a:cubicBezTo>
                  <a:cubicBezTo>
                    <a:pt x="18436" y="3023"/>
                    <a:pt x="18446" y="3023"/>
                    <a:pt x="18467" y="3034"/>
                  </a:cubicBezTo>
                  <a:lnTo>
                    <a:pt x="18510" y="3044"/>
                  </a:lnTo>
                  <a:cubicBezTo>
                    <a:pt x="18976" y="3162"/>
                    <a:pt x="19401" y="3405"/>
                    <a:pt x="19867" y="3543"/>
                  </a:cubicBezTo>
                  <a:cubicBezTo>
                    <a:pt x="20016" y="3596"/>
                    <a:pt x="20175" y="3628"/>
                    <a:pt x="20324" y="3638"/>
                  </a:cubicBezTo>
                  <a:cubicBezTo>
                    <a:pt x="20388" y="3650"/>
                    <a:pt x="20440" y="3650"/>
                    <a:pt x="20504" y="3650"/>
                  </a:cubicBezTo>
                  <a:cubicBezTo>
                    <a:pt x="20600" y="3650"/>
                    <a:pt x="20706" y="3638"/>
                    <a:pt x="20812" y="3628"/>
                  </a:cubicBezTo>
                  <a:cubicBezTo>
                    <a:pt x="20971" y="3596"/>
                    <a:pt x="21130" y="3565"/>
                    <a:pt x="21279" y="3501"/>
                  </a:cubicBezTo>
                  <a:cubicBezTo>
                    <a:pt x="21437" y="3448"/>
                    <a:pt x="21586" y="3395"/>
                    <a:pt x="21724" y="3320"/>
                  </a:cubicBezTo>
                  <a:cubicBezTo>
                    <a:pt x="22180" y="3108"/>
                    <a:pt x="22583" y="2865"/>
                    <a:pt x="23028" y="2652"/>
                  </a:cubicBezTo>
                  <a:lnTo>
                    <a:pt x="23028" y="2652"/>
                  </a:lnTo>
                  <a:cubicBezTo>
                    <a:pt x="22551" y="2886"/>
                    <a:pt x="22106" y="3162"/>
                    <a:pt x="21639" y="3374"/>
                  </a:cubicBezTo>
                  <a:cubicBezTo>
                    <a:pt x="21395" y="3480"/>
                    <a:pt x="21151" y="3575"/>
                    <a:pt x="20907" y="3628"/>
                  </a:cubicBezTo>
                  <a:cubicBezTo>
                    <a:pt x="20769" y="3650"/>
                    <a:pt x="20631" y="3671"/>
                    <a:pt x="20494" y="3671"/>
                  </a:cubicBezTo>
                  <a:lnTo>
                    <a:pt x="20600" y="3671"/>
                  </a:lnTo>
                  <a:cubicBezTo>
                    <a:pt x="20727" y="3671"/>
                    <a:pt x="20843" y="3650"/>
                    <a:pt x="20971" y="3617"/>
                  </a:cubicBezTo>
                  <a:cubicBezTo>
                    <a:pt x="21088" y="3596"/>
                    <a:pt x="21204" y="3554"/>
                    <a:pt x="21321" y="3511"/>
                  </a:cubicBezTo>
                  <a:cubicBezTo>
                    <a:pt x="21554" y="3426"/>
                    <a:pt x="21777" y="3320"/>
                    <a:pt x="21989" y="3204"/>
                  </a:cubicBezTo>
                  <a:cubicBezTo>
                    <a:pt x="22212" y="3098"/>
                    <a:pt x="22424" y="2971"/>
                    <a:pt x="22647" y="2854"/>
                  </a:cubicBezTo>
                  <a:cubicBezTo>
                    <a:pt x="22870" y="2726"/>
                    <a:pt x="23092" y="2620"/>
                    <a:pt x="23325" y="2514"/>
                  </a:cubicBezTo>
                  <a:lnTo>
                    <a:pt x="23325" y="2514"/>
                  </a:lnTo>
                  <a:cubicBezTo>
                    <a:pt x="23308" y="2521"/>
                    <a:pt x="23290" y="2528"/>
                    <a:pt x="23273" y="2535"/>
                  </a:cubicBezTo>
                  <a:lnTo>
                    <a:pt x="23273" y="2535"/>
                  </a:lnTo>
                  <a:cubicBezTo>
                    <a:pt x="23336" y="2509"/>
                    <a:pt x="23400" y="2484"/>
                    <a:pt x="23464" y="2461"/>
                  </a:cubicBezTo>
                  <a:cubicBezTo>
                    <a:pt x="23601" y="2408"/>
                    <a:pt x="23761" y="2366"/>
                    <a:pt x="23919" y="2334"/>
                  </a:cubicBezTo>
                  <a:cubicBezTo>
                    <a:pt x="24004" y="2313"/>
                    <a:pt x="24110" y="2302"/>
                    <a:pt x="24206" y="2292"/>
                  </a:cubicBezTo>
                  <a:lnTo>
                    <a:pt x="24195" y="2292"/>
                  </a:lnTo>
                  <a:cubicBezTo>
                    <a:pt x="24143" y="2292"/>
                    <a:pt x="24068" y="2302"/>
                    <a:pt x="23962" y="2313"/>
                  </a:cubicBezTo>
                  <a:cubicBezTo>
                    <a:pt x="23867" y="2323"/>
                    <a:pt x="23739" y="2355"/>
                    <a:pt x="23591" y="2398"/>
                  </a:cubicBezTo>
                  <a:cubicBezTo>
                    <a:pt x="23453" y="2440"/>
                    <a:pt x="23294" y="2504"/>
                    <a:pt x="23124" y="2578"/>
                  </a:cubicBezTo>
                  <a:cubicBezTo>
                    <a:pt x="22955" y="2652"/>
                    <a:pt x="22764" y="2747"/>
                    <a:pt x="22573" y="2854"/>
                  </a:cubicBezTo>
                  <a:cubicBezTo>
                    <a:pt x="22382" y="2949"/>
                    <a:pt x="22180" y="3066"/>
                    <a:pt x="21968" y="3172"/>
                  </a:cubicBezTo>
                  <a:cubicBezTo>
                    <a:pt x="21745" y="3278"/>
                    <a:pt x="21522" y="3395"/>
                    <a:pt x="21279" y="3469"/>
                  </a:cubicBezTo>
                  <a:cubicBezTo>
                    <a:pt x="21045" y="3554"/>
                    <a:pt x="20791" y="3617"/>
                    <a:pt x="20525" y="3617"/>
                  </a:cubicBezTo>
                  <a:lnTo>
                    <a:pt x="20504" y="3617"/>
                  </a:lnTo>
                  <a:cubicBezTo>
                    <a:pt x="20249" y="3617"/>
                    <a:pt x="19995" y="3554"/>
                    <a:pt x="19751" y="3469"/>
                  </a:cubicBezTo>
                  <a:cubicBezTo>
                    <a:pt x="19497" y="3374"/>
                    <a:pt x="19242" y="3257"/>
                    <a:pt x="18976" y="3151"/>
                  </a:cubicBezTo>
                  <a:cubicBezTo>
                    <a:pt x="18849" y="3098"/>
                    <a:pt x="18712" y="3044"/>
                    <a:pt x="18584" y="3013"/>
                  </a:cubicBezTo>
                  <a:cubicBezTo>
                    <a:pt x="18542" y="3002"/>
                    <a:pt x="18510" y="2992"/>
                    <a:pt x="18478" y="2981"/>
                  </a:cubicBezTo>
                  <a:cubicBezTo>
                    <a:pt x="18446" y="2971"/>
                    <a:pt x="18404" y="2960"/>
                    <a:pt x="18372" y="2949"/>
                  </a:cubicBezTo>
                  <a:cubicBezTo>
                    <a:pt x="18340" y="2949"/>
                    <a:pt x="18298" y="2938"/>
                    <a:pt x="18266" y="2928"/>
                  </a:cubicBezTo>
                  <a:lnTo>
                    <a:pt x="18213" y="2928"/>
                  </a:lnTo>
                  <a:cubicBezTo>
                    <a:pt x="18191" y="2917"/>
                    <a:pt x="18181" y="2917"/>
                    <a:pt x="18160" y="2917"/>
                  </a:cubicBezTo>
                  <a:lnTo>
                    <a:pt x="18107" y="2907"/>
                  </a:lnTo>
                  <a:lnTo>
                    <a:pt x="18054" y="2907"/>
                  </a:lnTo>
                  <a:cubicBezTo>
                    <a:pt x="18022" y="2907"/>
                    <a:pt x="17990" y="2896"/>
                    <a:pt x="17948" y="2896"/>
                  </a:cubicBezTo>
                  <a:lnTo>
                    <a:pt x="17746" y="2896"/>
                  </a:lnTo>
                  <a:cubicBezTo>
                    <a:pt x="17609" y="2896"/>
                    <a:pt x="17470" y="2907"/>
                    <a:pt x="17343" y="2917"/>
                  </a:cubicBezTo>
                  <a:cubicBezTo>
                    <a:pt x="17078" y="2949"/>
                    <a:pt x="16834" y="3002"/>
                    <a:pt x="16600" y="3044"/>
                  </a:cubicBezTo>
                  <a:cubicBezTo>
                    <a:pt x="16378" y="3098"/>
                    <a:pt x="16155" y="3140"/>
                    <a:pt x="15964" y="3183"/>
                  </a:cubicBezTo>
                  <a:cubicBezTo>
                    <a:pt x="15763" y="3214"/>
                    <a:pt x="15582" y="3246"/>
                    <a:pt x="15412" y="3268"/>
                  </a:cubicBezTo>
                  <a:cubicBezTo>
                    <a:pt x="15285" y="3278"/>
                    <a:pt x="15169" y="3278"/>
                    <a:pt x="15073" y="3278"/>
                  </a:cubicBezTo>
                  <a:cubicBezTo>
                    <a:pt x="14903" y="3278"/>
                    <a:pt x="14776" y="3268"/>
                    <a:pt x="14681" y="3257"/>
                  </a:cubicBezTo>
                  <a:cubicBezTo>
                    <a:pt x="14649" y="3246"/>
                    <a:pt x="14617" y="3246"/>
                    <a:pt x="14585" y="3235"/>
                  </a:cubicBezTo>
                  <a:lnTo>
                    <a:pt x="14564" y="3235"/>
                  </a:lnTo>
                  <a:lnTo>
                    <a:pt x="14543" y="3225"/>
                  </a:lnTo>
                  <a:lnTo>
                    <a:pt x="14500" y="3214"/>
                  </a:lnTo>
                  <a:lnTo>
                    <a:pt x="14448" y="3204"/>
                  </a:lnTo>
                  <a:lnTo>
                    <a:pt x="14405" y="3193"/>
                  </a:lnTo>
                  <a:cubicBezTo>
                    <a:pt x="14394" y="3193"/>
                    <a:pt x="14384" y="3193"/>
                    <a:pt x="14363" y="3183"/>
                  </a:cubicBezTo>
                  <a:cubicBezTo>
                    <a:pt x="14352" y="3183"/>
                    <a:pt x="14341" y="3172"/>
                    <a:pt x="14330" y="3172"/>
                  </a:cubicBezTo>
                  <a:cubicBezTo>
                    <a:pt x="14267" y="3151"/>
                    <a:pt x="14214" y="3129"/>
                    <a:pt x="14161" y="3098"/>
                  </a:cubicBezTo>
                  <a:cubicBezTo>
                    <a:pt x="14108" y="3077"/>
                    <a:pt x="14055" y="3044"/>
                    <a:pt x="14002" y="3023"/>
                  </a:cubicBezTo>
                  <a:cubicBezTo>
                    <a:pt x="13981" y="3002"/>
                    <a:pt x="13960" y="2992"/>
                    <a:pt x="13938" y="2981"/>
                  </a:cubicBezTo>
                  <a:cubicBezTo>
                    <a:pt x="14012" y="2960"/>
                    <a:pt x="14076" y="2949"/>
                    <a:pt x="14140" y="2928"/>
                  </a:cubicBezTo>
                  <a:cubicBezTo>
                    <a:pt x="14172" y="2907"/>
                    <a:pt x="14203" y="2896"/>
                    <a:pt x="14246" y="2886"/>
                  </a:cubicBezTo>
                  <a:lnTo>
                    <a:pt x="14299" y="2865"/>
                  </a:lnTo>
                  <a:lnTo>
                    <a:pt x="14309" y="2854"/>
                  </a:lnTo>
                  <a:lnTo>
                    <a:pt x="14320" y="2843"/>
                  </a:lnTo>
                  <a:lnTo>
                    <a:pt x="14341" y="2832"/>
                  </a:lnTo>
                  <a:lnTo>
                    <a:pt x="14394" y="2801"/>
                  </a:lnTo>
                  <a:lnTo>
                    <a:pt x="14405" y="2801"/>
                  </a:lnTo>
                  <a:lnTo>
                    <a:pt x="14426" y="2790"/>
                  </a:lnTo>
                  <a:lnTo>
                    <a:pt x="14448" y="2780"/>
                  </a:lnTo>
                  <a:cubicBezTo>
                    <a:pt x="14479" y="2747"/>
                    <a:pt x="14511" y="2726"/>
                    <a:pt x="14543" y="2705"/>
                  </a:cubicBezTo>
                  <a:cubicBezTo>
                    <a:pt x="14660" y="2599"/>
                    <a:pt x="14766" y="2472"/>
                    <a:pt x="14840" y="2334"/>
                  </a:cubicBezTo>
                  <a:cubicBezTo>
                    <a:pt x="14903" y="2196"/>
                    <a:pt x="14957" y="2047"/>
                    <a:pt x="14967" y="1878"/>
                  </a:cubicBezTo>
                  <a:cubicBezTo>
                    <a:pt x="14978" y="1804"/>
                    <a:pt x="14967" y="1719"/>
                    <a:pt x="14957" y="1634"/>
                  </a:cubicBezTo>
                  <a:cubicBezTo>
                    <a:pt x="14946" y="1559"/>
                    <a:pt x="14914" y="1475"/>
                    <a:pt x="14882" y="1401"/>
                  </a:cubicBezTo>
                  <a:cubicBezTo>
                    <a:pt x="14840" y="1326"/>
                    <a:pt x="14787" y="1252"/>
                    <a:pt x="14723" y="1199"/>
                  </a:cubicBezTo>
                  <a:cubicBezTo>
                    <a:pt x="14670" y="1135"/>
                    <a:pt x="14596" y="1093"/>
                    <a:pt x="14511" y="1061"/>
                  </a:cubicBezTo>
                  <a:cubicBezTo>
                    <a:pt x="14437" y="1019"/>
                    <a:pt x="14352" y="998"/>
                    <a:pt x="14267" y="998"/>
                  </a:cubicBezTo>
                  <a:lnTo>
                    <a:pt x="14214" y="998"/>
                  </a:lnTo>
                  <a:cubicBezTo>
                    <a:pt x="14140" y="998"/>
                    <a:pt x="14076" y="1008"/>
                    <a:pt x="14012" y="1019"/>
                  </a:cubicBezTo>
                  <a:cubicBezTo>
                    <a:pt x="13854" y="1050"/>
                    <a:pt x="13694" y="1135"/>
                    <a:pt x="13567" y="1231"/>
                  </a:cubicBezTo>
                  <a:cubicBezTo>
                    <a:pt x="13450" y="1326"/>
                    <a:pt x="13344" y="1453"/>
                    <a:pt x="13270" y="1592"/>
                  </a:cubicBezTo>
                  <a:cubicBezTo>
                    <a:pt x="13238" y="1655"/>
                    <a:pt x="13206" y="1729"/>
                    <a:pt x="13185" y="1804"/>
                  </a:cubicBezTo>
                  <a:cubicBezTo>
                    <a:pt x="13185" y="1846"/>
                    <a:pt x="13175" y="1889"/>
                    <a:pt x="13175" y="1920"/>
                  </a:cubicBezTo>
                  <a:cubicBezTo>
                    <a:pt x="13175" y="1941"/>
                    <a:pt x="13175" y="1963"/>
                    <a:pt x="13164" y="1984"/>
                  </a:cubicBezTo>
                  <a:lnTo>
                    <a:pt x="13164" y="2016"/>
                  </a:lnTo>
                  <a:lnTo>
                    <a:pt x="13175" y="2037"/>
                  </a:lnTo>
                  <a:cubicBezTo>
                    <a:pt x="13175" y="2122"/>
                    <a:pt x="13185" y="2196"/>
                    <a:pt x="13196" y="2271"/>
                  </a:cubicBezTo>
                  <a:cubicBezTo>
                    <a:pt x="13217" y="2344"/>
                    <a:pt x="13238" y="2419"/>
                    <a:pt x="13270" y="2483"/>
                  </a:cubicBezTo>
                  <a:cubicBezTo>
                    <a:pt x="13333" y="2620"/>
                    <a:pt x="13408" y="2737"/>
                    <a:pt x="13493" y="2843"/>
                  </a:cubicBezTo>
                  <a:cubicBezTo>
                    <a:pt x="13397" y="2832"/>
                    <a:pt x="13281" y="2822"/>
                    <a:pt x="13153" y="2801"/>
                  </a:cubicBezTo>
                  <a:cubicBezTo>
                    <a:pt x="12994" y="2769"/>
                    <a:pt x="12814" y="2716"/>
                    <a:pt x="12655" y="2663"/>
                  </a:cubicBezTo>
                  <a:cubicBezTo>
                    <a:pt x="12570" y="2631"/>
                    <a:pt x="12485" y="2599"/>
                    <a:pt x="12411" y="2578"/>
                  </a:cubicBezTo>
                  <a:cubicBezTo>
                    <a:pt x="12347" y="2546"/>
                    <a:pt x="12273" y="2525"/>
                    <a:pt x="12220" y="2493"/>
                  </a:cubicBezTo>
                  <a:cubicBezTo>
                    <a:pt x="12156" y="2472"/>
                    <a:pt x="12103" y="2450"/>
                    <a:pt x="12072" y="2440"/>
                  </a:cubicBezTo>
                  <a:cubicBezTo>
                    <a:pt x="12029" y="2429"/>
                    <a:pt x="12008" y="2419"/>
                    <a:pt x="11997" y="2419"/>
                  </a:cubicBezTo>
                  <a:cubicBezTo>
                    <a:pt x="11827" y="2387"/>
                    <a:pt x="11806" y="2387"/>
                    <a:pt x="11711" y="2344"/>
                  </a:cubicBezTo>
                  <a:cubicBezTo>
                    <a:pt x="11668" y="2323"/>
                    <a:pt x="11605" y="2292"/>
                    <a:pt x="11488" y="2238"/>
                  </a:cubicBezTo>
                  <a:cubicBezTo>
                    <a:pt x="11371" y="2196"/>
                    <a:pt x="11223" y="2132"/>
                    <a:pt x="10990" y="2047"/>
                  </a:cubicBezTo>
                  <a:cubicBezTo>
                    <a:pt x="10926" y="2026"/>
                    <a:pt x="10809" y="1984"/>
                    <a:pt x="10671" y="1941"/>
                  </a:cubicBezTo>
                  <a:cubicBezTo>
                    <a:pt x="10533" y="1910"/>
                    <a:pt x="10374" y="1867"/>
                    <a:pt x="10257" y="1835"/>
                  </a:cubicBezTo>
                  <a:cubicBezTo>
                    <a:pt x="10236" y="1825"/>
                    <a:pt x="10215" y="1825"/>
                    <a:pt x="10183" y="1814"/>
                  </a:cubicBezTo>
                  <a:cubicBezTo>
                    <a:pt x="10162" y="1804"/>
                    <a:pt x="10141" y="1804"/>
                    <a:pt x="10120" y="1793"/>
                  </a:cubicBezTo>
                  <a:cubicBezTo>
                    <a:pt x="10077" y="1783"/>
                    <a:pt x="10024" y="1772"/>
                    <a:pt x="9981" y="1761"/>
                  </a:cubicBezTo>
                  <a:cubicBezTo>
                    <a:pt x="9939" y="1750"/>
                    <a:pt x="9897" y="1750"/>
                    <a:pt x="9865" y="1740"/>
                  </a:cubicBezTo>
                  <a:cubicBezTo>
                    <a:pt x="9823" y="1729"/>
                    <a:pt x="9780" y="1729"/>
                    <a:pt x="9748" y="1719"/>
                  </a:cubicBezTo>
                  <a:cubicBezTo>
                    <a:pt x="9589" y="1698"/>
                    <a:pt x="9451" y="1687"/>
                    <a:pt x="9314" y="1677"/>
                  </a:cubicBezTo>
                  <a:lnTo>
                    <a:pt x="9186" y="1677"/>
                  </a:lnTo>
                  <a:cubicBezTo>
                    <a:pt x="9080" y="1677"/>
                    <a:pt x="8974" y="1677"/>
                    <a:pt x="8857" y="1687"/>
                  </a:cubicBezTo>
                  <a:cubicBezTo>
                    <a:pt x="8687" y="1708"/>
                    <a:pt x="8486" y="1740"/>
                    <a:pt x="8263" y="1814"/>
                  </a:cubicBezTo>
                  <a:cubicBezTo>
                    <a:pt x="8093" y="1867"/>
                    <a:pt x="7945" y="1941"/>
                    <a:pt x="7818" y="2005"/>
                  </a:cubicBezTo>
                  <a:cubicBezTo>
                    <a:pt x="7744" y="2047"/>
                    <a:pt x="7690" y="2080"/>
                    <a:pt x="7638" y="2122"/>
                  </a:cubicBezTo>
                  <a:cubicBezTo>
                    <a:pt x="7584" y="2164"/>
                    <a:pt x="7532" y="2196"/>
                    <a:pt x="7489" y="2238"/>
                  </a:cubicBezTo>
                  <a:lnTo>
                    <a:pt x="7447" y="2238"/>
                  </a:lnTo>
                  <a:cubicBezTo>
                    <a:pt x="7362" y="2217"/>
                    <a:pt x="7277" y="2217"/>
                    <a:pt x="7192" y="2217"/>
                  </a:cubicBezTo>
                  <a:cubicBezTo>
                    <a:pt x="7096" y="2217"/>
                    <a:pt x="6990" y="2228"/>
                    <a:pt x="6895" y="2249"/>
                  </a:cubicBezTo>
                  <a:cubicBezTo>
                    <a:pt x="6853" y="2249"/>
                    <a:pt x="6810" y="2260"/>
                    <a:pt x="6768" y="2281"/>
                  </a:cubicBezTo>
                  <a:cubicBezTo>
                    <a:pt x="6726" y="2292"/>
                    <a:pt x="6693" y="2302"/>
                    <a:pt x="6651" y="2313"/>
                  </a:cubicBezTo>
                  <a:lnTo>
                    <a:pt x="6587" y="2344"/>
                  </a:lnTo>
                  <a:cubicBezTo>
                    <a:pt x="6566" y="2344"/>
                    <a:pt x="6556" y="2355"/>
                    <a:pt x="6535" y="2366"/>
                  </a:cubicBezTo>
                  <a:cubicBezTo>
                    <a:pt x="6513" y="2377"/>
                    <a:pt x="6492" y="2377"/>
                    <a:pt x="6481" y="2387"/>
                  </a:cubicBezTo>
                  <a:cubicBezTo>
                    <a:pt x="6460" y="2398"/>
                    <a:pt x="6439" y="2408"/>
                    <a:pt x="6428" y="2419"/>
                  </a:cubicBezTo>
                  <a:lnTo>
                    <a:pt x="6396" y="2429"/>
                  </a:lnTo>
                  <a:lnTo>
                    <a:pt x="6375" y="2440"/>
                  </a:lnTo>
                  <a:cubicBezTo>
                    <a:pt x="6354" y="2450"/>
                    <a:pt x="6333" y="2461"/>
                    <a:pt x="6322" y="2472"/>
                  </a:cubicBezTo>
                  <a:cubicBezTo>
                    <a:pt x="6290" y="2493"/>
                    <a:pt x="6248" y="2514"/>
                    <a:pt x="6216" y="2535"/>
                  </a:cubicBezTo>
                  <a:cubicBezTo>
                    <a:pt x="6205" y="2546"/>
                    <a:pt x="6184" y="2557"/>
                    <a:pt x="6174" y="2568"/>
                  </a:cubicBezTo>
                  <a:cubicBezTo>
                    <a:pt x="6153" y="2578"/>
                    <a:pt x="6142" y="2589"/>
                    <a:pt x="6120" y="2599"/>
                  </a:cubicBezTo>
                  <a:cubicBezTo>
                    <a:pt x="6089" y="2620"/>
                    <a:pt x="6057" y="2641"/>
                    <a:pt x="6036" y="2663"/>
                  </a:cubicBezTo>
                  <a:cubicBezTo>
                    <a:pt x="5908" y="2747"/>
                    <a:pt x="5802" y="2843"/>
                    <a:pt x="5686" y="2938"/>
                  </a:cubicBezTo>
                  <a:cubicBezTo>
                    <a:pt x="5474" y="3119"/>
                    <a:pt x="5272" y="3299"/>
                    <a:pt x="5060" y="3459"/>
                  </a:cubicBezTo>
                  <a:cubicBezTo>
                    <a:pt x="4943" y="3532"/>
                    <a:pt x="4837" y="3607"/>
                    <a:pt x="4710" y="3671"/>
                  </a:cubicBezTo>
                  <a:cubicBezTo>
                    <a:pt x="4689" y="3692"/>
                    <a:pt x="4657" y="3702"/>
                    <a:pt x="4625" y="3723"/>
                  </a:cubicBezTo>
                  <a:cubicBezTo>
                    <a:pt x="4593" y="3734"/>
                    <a:pt x="4562" y="3745"/>
                    <a:pt x="4529" y="3766"/>
                  </a:cubicBezTo>
                  <a:cubicBezTo>
                    <a:pt x="4466" y="3787"/>
                    <a:pt x="4402" y="3808"/>
                    <a:pt x="4328" y="3829"/>
                  </a:cubicBezTo>
                  <a:cubicBezTo>
                    <a:pt x="4180" y="3883"/>
                    <a:pt x="4010" y="3925"/>
                    <a:pt x="3840" y="3925"/>
                  </a:cubicBezTo>
                  <a:cubicBezTo>
                    <a:pt x="3808" y="3935"/>
                    <a:pt x="3766" y="3935"/>
                    <a:pt x="3734" y="3935"/>
                  </a:cubicBezTo>
                  <a:cubicBezTo>
                    <a:pt x="3586" y="3935"/>
                    <a:pt x="3447" y="3914"/>
                    <a:pt x="3310" y="3883"/>
                  </a:cubicBezTo>
                  <a:cubicBezTo>
                    <a:pt x="3183" y="3862"/>
                    <a:pt x="3066" y="3819"/>
                    <a:pt x="2949" y="3777"/>
                  </a:cubicBezTo>
                  <a:cubicBezTo>
                    <a:pt x="3161" y="3692"/>
                    <a:pt x="3363" y="3586"/>
                    <a:pt x="3554" y="3469"/>
                  </a:cubicBezTo>
                  <a:lnTo>
                    <a:pt x="3617" y="3437"/>
                  </a:lnTo>
                  <a:lnTo>
                    <a:pt x="3671" y="3395"/>
                  </a:lnTo>
                  <a:cubicBezTo>
                    <a:pt x="3702" y="3374"/>
                    <a:pt x="3744" y="3353"/>
                    <a:pt x="3777" y="3331"/>
                  </a:cubicBezTo>
                  <a:cubicBezTo>
                    <a:pt x="3819" y="3299"/>
                    <a:pt x="3851" y="3278"/>
                    <a:pt x="3893" y="3246"/>
                  </a:cubicBezTo>
                  <a:cubicBezTo>
                    <a:pt x="3925" y="3225"/>
                    <a:pt x="3957" y="3193"/>
                    <a:pt x="3999" y="3172"/>
                  </a:cubicBezTo>
                  <a:lnTo>
                    <a:pt x="4095" y="3077"/>
                  </a:lnTo>
                  <a:cubicBezTo>
                    <a:pt x="4126" y="3055"/>
                    <a:pt x="4169" y="3023"/>
                    <a:pt x="4201" y="2992"/>
                  </a:cubicBezTo>
                  <a:cubicBezTo>
                    <a:pt x="4232" y="2960"/>
                    <a:pt x="4254" y="2928"/>
                    <a:pt x="4286" y="2896"/>
                  </a:cubicBezTo>
                  <a:lnTo>
                    <a:pt x="4381" y="2801"/>
                  </a:lnTo>
                  <a:cubicBezTo>
                    <a:pt x="4413" y="2758"/>
                    <a:pt x="4434" y="2726"/>
                    <a:pt x="4466" y="2695"/>
                  </a:cubicBezTo>
                  <a:cubicBezTo>
                    <a:pt x="4477" y="2674"/>
                    <a:pt x="4487" y="2663"/>
                    <a:pt x="4508" y="2641"/>
                  </a:cubicBezTo>
                  <a:cubicBezTo>
                    <a:pt x="4519" y="2620"/>
                    <a:pt x="4529" y="2610"/>
                    <a:pt x="4540" y="2589"/>
                  </a:cubicBezTo>
                  <a:cubicBezTo>
                    <a:pt x="4593" y="2514"/>
                    <a:pt x="4646" y="2440"/>
                    <a:pt x="4689" y="2366"/>
                  </a:cubicBezTo>
                  <a:cubicBezTo>
                    <a:pt x="4774" y="2207"/>
                    <a:pt x="4837" y="2047"/>
                    <a:pt x="4890" y="1878"/>
                  </a:cubicBezTo>
                  <a:cubicBezTo>
                    <a:pt x="4911" y="1804"/>
                    <a:pt x="4922" y="1719"/>
                    <a:pt x="4932" y="1623"/>
                  </a:cubicBezTo>
                  <a:cubicBezTo>
                    <a:pt x="4954" y="1528"/>
                    <a:pt x="4954" y="1422"/>
                    <a:pt x="4943" y="1316"/>
                  </a:cubicBezTo>
                  <a:cubicBezTo>
                    <a:pt x="4932" y="1210"/>
                    <a:pt x="4911" y="1114"/>
                    <a:pt x="4880" y="1008"/>
                  </a:cubicBezTo>
                  <a:cubicBezTo>
                    <a:pt x="4869" y="987"/>
                    <a:pt x="4859" y="965"/>
                    <a:pt x="4859" y="944"/>
                  </a:cubicBezTo>
                  <a:cubicBezTo>
                    <a:pt x="4848" y="923"/>
                    <a:pt x="4837" y="892"/>
                    <a:pt x="4826" y="870"/>
                  </a:cubicBezTo>
                  <a:lnTo>
                    <a:pt x="4795" y="807"/>
                  </a:lnTo>
                  <a:cubicBezTo>
                    <a:pt x="4784" y="786"/>
                    <a:pt x="4774" y="775"/>
                    <a:pt x="4763" y="753"/>
                  </a:cubicBezTo>
                  <a:cubicBezTo>
                    <a:pt x="4720" y="679"/>
                    <a:pt x="4646" y="562"/>
                    <a:pt x="4562" y="467"/>
                  </a:cubicBezTo>
                  <a:cubicBezTo>
                    <a:pt x="4466" y="361"/>
                    <a:pt x="4371" y="287"/>
                    <a:pt x="4317" y="244"/>
                  </a:cubicBezTo>
                  <a:cubicBezTo>
                    <a:pt x="4265" y="213"/>
                    <a:pt x="4222" y="202"/>
                    <a:pt x="4201" y="181"/>
                  </a:cubicBezTo>
                  <a:cubicBezTo>
                    <a:pt x="4169" y="170"/>
                    <a:pt x="4148" y="170"/>
                    <a:pt x="4126" y="159"/>
                  </a:cubicBezTo>
                  <a:lnTo>
                    <a:pt x="4084" y="159"/>
                  </a:lnTo>
                  <a:cubicBezTo>
                    <a:pt x="4074" y="159"/>
                    <a:pt x="4074" y="149"/>
                    <a:pt x="4063" y="149"/>
                  </a:cubicBezTo>
                  <a:lnTo>
                    <a:pt x="4031" y="149"/>
                  </a:lnTo>
                  <a:cubicBezTo>
                    <a:pt x="3914" y="96"/>
                    <a:pt x="3777" y="43"/>
                    <a:pt x="3617" y="22"/>
                  </a:cubicBezTo>
                  <a:cubicBezTo>
                    <a:pt x="3543" y="11"/>
                    <a:pt x="3458" y="1"/>
                    <a:pt x="3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7194515" y="9818223"/>
              <a:ext cx="196601" cy="217587"/>
            </a:xfrm>
            <a:custGeom>
              <a:avLst/>
              <a:gdLst/>
              <a:ahLst/>
              <a:cxnLst/>
              <a:rect l="l" t="t" r="r" b="b"/>
              <a:pathLst>
                <a:path w="1602" h="1773" extrusionOk="0">
                  <a:moveTo>
                    <a:pt x="1558" y="1025"/>
                  </a:moveTo>
                  <a:cubicBezTo>
                    <a:pt x="1557" y="1036"/>
                    <a:pt x="1555" y="1045"/>
                    <a:pt x="1549" y="1051"/>
                  </a:cubicBezTo>
                  <a:lnTo>
                    <a:pt x="1549" y="1040"/>
                  </a:lnTo>
                  <a:cubicBezTo>
                    <a:pt x="1549" y="1040"/>
                    <a:pt x="1556" y="1033"/>
                    <a:pt x="1558" y="1025"/>
                  </a:cubicBezTo>
                  <a:close/>
                  <a:moveTo>
                    <a:pt x="1549" y="1083"/>
                  </a:moveTo>
                  <a:lnTo>
                    <a:pt x="1549" y="1094"/>
                  </a:lnTo>
                  <a:cubicBezTo>
                    <a:pt x="1538" y="1115"/>
                    <a:pt x="1538" y="1125"/>
                    <a:pt x="1538" y="1136"/>
                  </a:cubicBezTo>
                  <a:cubicBezTo>
                    <a:pt x="1528" y="1146"/>
                    <a:pt x="1528" y="1157"/>
                    <a:pt x="1528" y="1167"/>
                  </a:cubicBezTo>
                  <a:lnTo>
                    <a:pt x="1517" y="1178"/>
                  </a:lnTo>
                  <a:cubicBezTo>
                    <a:pt x="1517" y="1167"/>
                    <a:pt x="1528" y="1157"/>
                    <a:pt x="1528" y="1146"/>
                  </a:cubicBezTo>
                  <a:cubicBezTo>
                    <a:pt x="1538" y="1125"/>
                    <a:pt x="1538" y="1115"/>
                    <a:pt x="1549" y="1083"/>
                  </a:cubicBezTo>
                  <a:close/>
                  <a:moveTo>
                    <a:pt x="1409" y="1276"/>
                  </a:moveTo>
                  <a:cubicBezTo>
                    <a:pt x="1360" y="1373"/>
                    <a:pt x="1283" y="1449"/>
                    <a:pt x="1191" y="1504"/>
                  </a:cubicBezTo>
                  <a:lnTo>
                    <a:pt x="1191" y="1504"/>
                  </a:lnTo>
                  <a:lnTo>
                    <a:pt x="1209" y="1486"/>
                  </a:lnTo>
                  <a:cubicBezTo>
                    <a:pt x="1220" y="1475"/>
                    <a:pt x="1231" y="1464"/>
                    <a:pt x="1252" y="1454"/>
                  </a:cubicBezTo>
                  <a:lnTo>
                    <a:pt x="1283" y="1422"/>
                  </a:lnTo>
                  <a:cubicBezTo>
                    <a:pt x="1294" y="1412"/>
                    <a:pt x="1305" y="1401"/>
                    <a:pt x="1305" y="1391"/>
                  </a:cubicBezTo>
                  <a:cubicBezTo>
                    <a:pt x="1316" y="1391"/>
                    <a:pt x="1326" y="1380"/>
                    <a:pt x="1337" y="1369"/>
                  </a:cubicBezTo>
                  <a:cubicBezTo>
                    <a:pt x="1337" y="1358"/>
                    <a:pt x="1347" y="1348"/>
                    <a:pt x="1358" y="1337"/>
                  </a:cubicBezTo>
                  <a:cubicBezTo>
                    <a:pt x="1368" y="1337"/>
                    <a:pt x="1368" y="1327"/>
                    <a:pt x="1379" y="1316"/>
                  </a:cubicBezTo>
                  <a:cubicBezTo>
                    <a:pt x="1389" y="1296"/>
                    <a:pt x="1399" y="1286"/>
                    <a:pt x="1409" y="1276"/>
                  </a:cubicBezTo>
                  <a:close/>
                  <a:moveTo>
                    <a:pt x="1148" y="1528"/>
                  </a:moveTo>
                  <a:cubicBezTo>
                    <a:pt x="1140" y="1532"/>
                    <a:pt x="1132" y="1536"/>
                    <a:pt x="1125" y="1539"/>
                  </a:cubicBezTo>
                  <a:lnTo>
                    <a:pt x="1146" y="1528"/>
                  </a:lnTo>
                  <a:cubicBezTo>
                    <a:pt x="1146" y="1528"/>
                    <a:pt x="1147" y="1528"/>
                    <a:pt x="1148" y="1528"/>
                  </a:cubicBezTo>
                  <a:close/>
                  <a:moveTo>
                    <a:pt x="1082" y="1563"/>
                  </a:moveTo>
                  <a:cubicBezTo>
                    <a:pt x="1074" y="1566"/>
                    <a:pt x="1064" y="1571"/>
                    <a:pt x="1050" y="1571"/>
                  </a:cubicBezTo>
                  <a:lnTo>
                    <a:pt x="1082" y="1563"/>
                  </a:lnTo>
                  <a:close/>
                  <a:moveTo>
                    <a:pt x="753" y="1634"/>
                  </a:moveTo>
                  <a:cubicBezTo>
                    <a:pt x="774" y="1634"/>
                    <a:pt x="785" y="1645"/>
                    <a:pt x="806" y="1645"/>
                  </a:cubicBezTo>
                  <a:lnTo>
                    <a:pt x="785" y="1645"/>
                  </a:lnTo>
                  <a:cubicBezTo>
                    <a:pt x="774" y="1645"/>
                    <a:pt x="764" y="1645"/>
                    <a:pt x="753" y="1634"/>
                  </a:cubicBezTo>
                  <a:close/>
                  <a:moveTo>
                    <a:pt x="764" y="1"/>
                  </a:moveTo>
                  <a:cubicBezTo>
                    <a:pt x="711" y="1"/>
                    <a:pt x="668" y="12"/>
                    <a:pt x="626" y="22"/>
                  </a:cubicBezTo>
                  <a:cubicBezTo>
                    <a:pt x="615" y="33"/>
                    <a:pt x="594" y="43"/>
                    <a:pt x="583" y="43"/>
                  </a:cubicBezTo>
                  <a:cubicBezTo>
                    <a:pt x="562" y="54"/>
                    <a:pt x="552" y="64"/>
                    <a:pt x="541" y="75"/>
                  </a:cubicBezTo>
                  <a:cubicBezTo>
                    <a:pt x="520" y="85"/>
                    <a:pt x="488" y="85"/>
                    <a:pt x="477" y="85"/>
                  </a:cubicBezTo>
                  <a:cubicBezTo>
                    <a:pt x="467" y="107"/>
                    <a:pt x="477" y="128"/>
                    <a:pt x="477" y="149"/>
                  </a:cubicBezTo>
                  <a:cubicBezTo>
                    <a:pt x="435" y="149"/>
                    <a:pt x="361" y="181"/>
                    <a:pt x="318" y="203"/>
                  </a:cubicBezTo>
                  <a:cubicBezTo>
                    <a:pt x="286" y="224"/>
                    <a:pt x="265" y="245"/>
                    <a:pt x="255" y="255"/>
                  </a:cubicBezTo>
                  <a:cubicBezTo>
                    <a:pt x="244" y="276"/>
                    <a:pt x="244" y="287"/>
                    <a:pt x="255" y="298"/>
                  </a:cubicBezTo>
                  <a:cubicBezTo>
                    <a:pt x="234" y="319"/>
                    <a:pt x="223" y="340"/>
                    <a:pt x="212" y="361"/>
                  </a:cubicBezTo>
                  <a:cubicBezTo>
                    <a:pt x="201" y="372"/>
                    <a:pt x="191" y="394"/>
                    <a:pt x="170" y="425"/>
                  </a:cubicBezTo>
                  <a:cubicBezTo>
                    <a:pt x="117" y="500"/>
                    <a:pt x="64" y="606"/>
                    <a:pt x="32" y="712"/>
                  </a:cubicBezTo>
                  <a:cubicBezTo>
                    <a:pt x="21" y="775"/>
                    <a:pt x="0" y="828"/>
                    <a:pt x="0" y="892"/>
                  </a:cubicBezTo>
                  <a:lnTo>
                    <a:pt x="0" y="955"/>
                  </a:lnTo>
                  <a:cubicBezTo>
                    <a:pt x="0" y="1061"/>
                    <a:pt x="10" y="1167"/>
                    <a:pt x="53" y="1263"/>
                  </a:cubicBezTo>
                  <a:cubicBezTo>
                    <a:pt x="85" y="1369"/>
                    <a:pt x="128" y="1454"/>
                    <a:pt x="191" y="1528"/>
                  </a:cubicBezTo>
                  <a:cubicBezTo>
                    <a:pt x="255" y="1603"/>
                    <a:pt x="340" y="1666"/>
                    <a:pt x="425" y="1709"/>
                  </a:cubicBezTo>
                  <a:cubicBezTo>
                    <a:pt x="509" y="1751"/>
                    <a:pt x="615" y="1772"/>
                    <a:pt x="711" y="1772"/>
                  </a:cubicBezTo>
                  <a:lnTo>
                    <a:pt x="732" y="1772"/>
                  </a:lnTo>
                  <a:cubicBezTo>
                    <a:pt x="849" y="1772"/>
                    <a:pt x="955" y="1751"/>
                    <a:pt x="1050" y="1709"/>
                  </a:cubicBezTo>
                  <a:cubicBezTo>
                    <a:pt x="1156" y="1677"/>
                    <a:pt x="1252" y="1613"/>
                    <a:pt x="1326" y="1549"/>
                  </a:cubicBezTo>
                  <a:cubicBezTo>
                    <a:pt x="1411" y="1475"/>
                    <a:pt x="1474" y="1391"/>
                    <a:pt x="1517" y="1306"/>
                  </a:cubicBezTo>
                  <a:cubicBezTo>
                    <a:pt x="1559" y="1210"/>
                    <a:pt x="1580" y="1115"/>
                    <a:pt x="1591" y="1019"/>
                  </a:cubicBezTo>
                  <a:cubicBezTo>
                    <a:pt x="1602" y="924"/>
                    <a:pt x="1591" y="839"/>
                    <a:pt x="1570" y="754"/>
                  </a:cubicBezTo>
                  <a:cubicBezTo>
                    <a:pt x="1570" y="712"/>
                    <a:pt x="1559" y="679"/>
                    <a:pt x="1549" y="637"/>
                  </a:cubicBezTo>
                  <a:cubicBezTo>
                    <a:pt x="1538" y="616"/>
                    <a:pt x="1528" y="606"/>
                    <a:pt x="1528" y="584"/>
                  </a:cubicBezTo>
                  <a:cubicBezTo>
                    <a:pt x="1517" y="573"/>
                    <a:pt x="1517" y="573"/>
                    <a:pt x="1517" y="563"/>
                  </a:cubicBezTo>
                  <a:cubicBezTo>
                    <a:pt x="1506" y="552"/>
                    <a:pt x="1506" y="542"/>
                    <a:pt x="1495" y="542"/>
                  </a:cubicBezTo>
                  <a:cubicBezTo>
                    <a:pt x="1495" y="521"/>
                    <a:pt x="1485" y="510"/>
                    <a:pt x="1474" y="489"/>
                  </a:cubicBezTo>
                  <a:cubicBezTo>
                    <a:pt x="1464" y="478"/>
                    <a:pt x="1464" y="467"/>
                    <a:pt x="1453" y="446"/>
                  </a:cubicBezTo>
                  <a:cubicBezTo>
                    <a:pt x="1432" y="425"/>
                    <a:pt x="1422" y="404"/>
                    <a:pt x="1400" y="382"/>
                  </a:cubicBezTo>
                  <a:cubicBezTo>
                    <a:pt x="1389" y="361"/>
                    <a:pt x="1368" y="340"/>
                    <a:pt x="1358" y="330"/>
                  </a:cubicBezTo>
                  <a:lnTo>
                    <a:pt x="1316" y="287"/>
                  </a:lnTo>
                  <a:cubicBezTo>
                    <a:pt x="1294" y="287"/>
                    <a:pt x="1273" y="276"/>
                    <a:pt x="1241" y="266"/>
                  </a:cubicBezTo>
                  <a:lnTo>
                    <a:pt x="1241" y="266"/>
                  </a:lnTo>
                  <a:cubicBezTo>
                    <a:pt x="1262" y="287"/>
                    <a:pt x="1273" y="309"/>
                    <a:pt x="1294" y="319"/>
                  </a:cubicBezTo>
                  <a:cubicBezTo>
                    <a:pt x="1294" y="330"/>
                    <a:pt x="1305" y="330"/>
                    <a:pt x="1305" y="330"/>
                  </a:cubicBezTo>
                  <a:lnTo>
                    <a:pt x="1305" y="340"/>
                  </a:lnTo>
                  <a:lnTo>
                    <a:pt x="1326" y="361"/>
                  </a:lnTo>
                  <a:lnTo>
                    <a:pt x="1358" y="394"/>
                  </a:lnTo>
                  <a:cubicBezTo>
                    <a:pt x="1400" y="446"/>
                    <a:pt x="1443" y="521"/>
                    <a:pt x="1485" y="584"/>
                  </a:cubicBezTo>
                  <a:cubicBezTo>
                    <a:pt x="1517" y="658"/>
                    <a:pt x="1538" y="743"/>
                    <a:pt x="1549" y="807"/>
                  </a:cubicBezTo>
                  <a:cubicBezTo>
                    <a:pt x="1549" y="828"/>
                    <a:pt x="1559" y="849"/>
                    <a:pt x="1559" y="860"/>
                  </a:cubicBezTo>
                  <a:lnTo>
                    <a:pt x="1559" y="881"/>
                  </a:lnTo>
                  <a:cubicBezTo>
                    <a:pt x="1559" y="870"/>
                    <a:pt x="1549" y="860"/>
                    <a:pt x="1549" y="849"/>
                  </a:cubicBezTo>
                  <a:cubicBezTo>
                    <a:pt x="1549" y="828"/>
                    <a:pt x="1549" y="818"/>
                    <a:pt x="1538" y="797"/>
                  </a:cubicBezTo>
                  <a:lnTo>
                    <a:pt x="1538" y="797"/>
                  </a:lnTo>
                  <a:cubicBezTo>
                    <a:pt x="1549" y="892"/>
                    <a:pt x="1528" y="988"/>
                    <a:pt x="1506" y="1051"/>
                  </a:cubicBezTo>
                  <a:lnTo>
                    <a:pt x="1506" y="1094"/>
                  </a:lnTo>
                  <a:cubicBezTo>
                    <a:pt x="1495" y="1104"/>
                    <a:pt x="1495" y="1115"/>
                    <a:pt x="1495" y="1125"/>
                  </a:cubicBezTo>
                  <a:cubicBezTo>
                    <a:pt x="1495" y="1136"/>
                    <a:pt x="1495" y="1146"/>
                    <a:pt x="1485" y="1157"/>
                  </a:cubicBezTo>
                  <a:cubicBezTo>
                    <a:pt x="1485" y="1167"/>
                    <a:pt x="1485" y="1178"/>
                    <a:pt x="1474" y="1189"/>
                  </a:cubicBezTo>
                  <a:cubicBezTo>
                    <a:pt x="1474" y="1221"/>
                    <a:pt x="1453" y="1242"/>
                    <a:pt x="1453" y="1263"/>
                  </a:cubicBezTo>
                  <a:cubicBezTo>
                    <a:pt x="1443" y="1285"/>
                    <a:pt x="1432" y="1295"/>
                    <a:pt x="1432" y="1306"/>
                  </a:cubicBezTo>
                  <a:lnTo>
                    <a:pt x="1411" y="1337"/>
                  </a:lnTo>
                  <a:cubicBezTo>
                    <a:pt x="1400" y="1348"/>
                    <a:pt x="1400" y="1358"/>
                    <a:pt x="1389" y="1369"/>
                  </a:cubicBezTo>
                  <a:cubicBezTo>
                    <a:pt x="1379" y="1380"/>
                    <a:pt x="1379" y="1391"/>
                    <a:pt x="1368" y="1401"/>
                  </a:cubicBezTo>
                  <a:lnTo>
                    <a:pt x="1337" y="1422"/>
                  </a:lnTo>
                  <a:lnTo>
                    <a:pt x="1326" y="1443"/>
                  </a:lnTo>
                  <a:lnTo>
                    <a:pt x="1316" y="1454"/>
                  </a:lnTo>
                  <a:cubicBezTo>
                    <a:pt x="1241" y="1528"/>
                    <a:pt x="1146" y="1582"/>
                    <a:pt x="1050" y="1613"/>
                  </a:cubicBezTo>
                  <a:cubicBezTo>
                    <a:pt x="1040" y="1613"/>
                    <a:pt x="1008" y="1624"/>
                    <a:pt x="986" y="1624"/>
                  </a:cubicBezTo>
                  <a:cubicBezTo>
                    <a:pt x="976" y="1634"/>
                    <a:pt x="965" y="1634"/>
                    <a:pt x="944" y="1634"/>
                  </a:cubicBezTo>
                  <a:cubicBezTo>
                    <a:pt x="934" y="1634"/>
                    <a:pt x="923" y="1645"/>
                    <a:pt x="901" y="1645"/>
                  </a:cubicBezTo>
                  <a:lnTo>
                    <a:pt x="806" y="1645"/>
                  </a:lnTo>
                  <a:cubicBezTo>
                    <a:pt x="859" y="1645"/>
                    <a:pt x="912" y="1634"/>
                    <a:pt x="976" y="1624"/>
                  </a:cubicBezTo>
                  <a:cubicBezTo>
                    <a:pt x="1040" y="1603"/>
                    <a:pt x="1114" y="1571"/>
                    <a:pt x="1177" y="1539"/>
                  </a:cubicBezTo>
                  <a:lnTo>
                    <a:pt x="1198" y="1518"/>
                  </a:lnTo>
                  <a:cubicBezTo>
                    <a:pt x="1209" y="1518"/>
                    <a:pt x="1209" y="1518"/>
                    <a:pt x="1220" y="1507"/>
                  </a:cubicBezTo>
                  <a:lnTo>
                    <a:pt x="1262" y="1475"/>
                  </a:lnTo>
                  <a:lnTo>
                    <a:pt x="1305" y="1433"/>
                  </a:lnTo>
                  <a:cubicBezTo>
                    <a:pt x="1316" y="1433"/>
                    <a:pt x="1316" y="1422"/>
                    <a:pt x="1326" y="1412"/>
                  </a:cubicBezTo>
                  <a:lnTo>
                    <a:pt x="1347" y="1391"/>
                  </a:lnTo>
                  <a:cubicBezTo>
                    <a:pt x="1389" y="1337"/>
                    <a:pt x="1422" y="1274"/>
                    <a:pt x="1453" y="1200"/>
                  </a:cubicBezTo>
                  <a:lnTo>
                    <a:pt x="1453" y="1200"/>
                  </a:lnTo>
                  <a:cubicBezTo>
                    <a:pt x="1443" y="1210"/>
                    <a:pt x="1443" y="1221"/>
                    <a:pt x="1432" y="1221"/>
                  </a:cubicBezTo>
                  <a:lnTo>
                    <a:pt x="1443" y="1210"/>
                  </a:lnTo>
                  <a:lnTo>
                    <a:pt x="1453" y="1189"/>
                  </a:lnTo>
                  <a:lnTo>
                    <a:pt x="1464" y="1157"/>
                  </a:lnTo>
                  <a:lnTo>
                    <a:pt x="1464" y="1136"/>
                  </a:lnTo>
                  <a:cubicBezTo>
                    <a:pt x="1453" y="1146"/>
                    <a:pt x="1443" y="1157"/>
                    <a:pt x="1432" y="1178"/>
                  </a:cubicBezTo>
                  <a:cubicBezTo>
                    <a:pt x="1432" y="1178"/>
                    <a:pt x="1432" y="1189"/>
                    <a:pt x="1422" y="1189"/>
                  </a:cubicBezTo>
                  <a:lnTo>
                    <a:pt x="1422" y="1210"/>
                  </a:lnTo>
                  <a:lnTo>
                    <a:pt x="1389" y="1242"/>
                  </a:lnTo>
                  <a:cubicBezTo>
                    <a:pt x="1358" y="1295"/>
                    <a:pt x="1305" y="1358"/>
                    <a:pt x="1252" y="1401"/>
                  </a:cubicBezTo>
                  <a:cubicBezTo>
                    <a:pt x="1188" y="1443"/>
                    <a:pt x="1125" y="1475"/>
                    <a:pt x="1071" y="1497"/>
                  </a:cubicBezTo>
                  <a:cubicBezTo>
                    <a:pt x="1040" y="1507"/>
                    <a:pt x="1008" y="1518"/>
                    <a:pt x="986" y="1528"/>
                  </a:cubicBezTo>
                  <a:cubicBezTo>
                    <a:pt x="965" y="1528"/>
                    <a:pt x="955" y="1539"/>
                    <a:pt x="944" y="1539"/>
                  </a:cubicBezTo>
                  <a:cubicBezTo>
                    <a:pt x="923" y="1539"/>
                    <a:pt x="912" y="1549"/>
                    <a:pt x="891" y="1560"/>
                  </a:cubicBezTo>
                  <a:cubicBezTo>
                    <a:pt x="880" y="1560"/>
                    <a:pt x="859" y="1571"/>
                    <a:pt x="849" y="1582"/>
                  </a:cubicBezTo>
                  <a:cubicBezTo>
                    <a:pt x="828" y="1582"/>
                    <a:pt x="806" y="1592"/>
                    <a:pt x="795" y="1592"/>
                  </a:cubicBezTo>
                  <a:cubicBezTo>
                    <a:pt x="774" y="1603"/>
                    <a:pt x="753" y="1603"/>
                    <a:pt x="732" y="1603"/>
                  </a:cubicBezTo>
                  <a:cubicBezTo>
                    <a:pt x="732" y="1603"/>
                    <a:pt x="722" y="1603"/>
                    <a:pt x="722" y="1592"/>
                  </a:cubicBezTo>
                  <a:lnTo>
                    <a:pt x="668" y="1592"/>
                  </a:lnTo>
                  <a:cubicBezTo>
                    <a:pt x="668" y="1592"/>
                    <a:pt x="658" y="1592"/>
                    <a:pt x="647" y="1603"/>
                  </a:cubicBezTo>
                  <a:cubicBezTo>
                    <a:pt x="626" y="1592"/>
                    <a:pt x="615" y="1592"/>
                    <a:pt x="604" y="1582"/>
                  </a:cubicBezTo>
                  <a:cubicBezTo>
                    <a:pt x="594" y="1582"/>
                    <a:pt x="583" y="1571"/>
                    <a:pt x="573" y="1571"/>
                  </a:cubicBezTo>
                  <a:cubicBezTo>
                    <a:pt x="562" y="1571"/>
                    <a:pt x="562" y="1560"/>
                    <a:pt x="552" y="1560"/>
                  </a:cubicBezTo>
                  <a:cubicBezTo>
                    <a:pt x="552" y="1560"/>
                    <a:pt x="541" y="1560"/>
                    <a:pt x="541" y="1549"/>
                  </a:cubicBezTo>
                  <a:lnTo>
                    <a:pt x="509" y="1549"/>
                  </a:lnTo>
                  <a:cubicBezTo>
                    <a:pt x="488" y="1539"/>
                    <a:pt x="477" y="1507"/>
                    <a:pt x="467" y="1475"/>
                  </a:cubicBezTo>
                  <a:cubicBezTo>
                    <a:pt x="456" y="1454"/>
                    <a:pt x="456" y="1433"/>
                    <a:pt x="446" y="1433"/>
                  </a:cubicBezTo>
                  <a:cubicBezTo>
                    <a:pt x="435" y="1443"/>
                    <a:pt x="425" y="1443"/>
                    <a:pt x="425" y="1443"/>
                  </a:cubicBezTo>
                  <a:cubicBezTo>
                    <a:pt x="414" y="1443"/>
                    <a:pt x="414" y="1422"/>
                    <a:pt x="392" y="1391"/>
                  </a:cubicBezTo>
                  <a:cubicBezTo>
                    <a:pt x="392" y="1391"/>
                    <a:pt x="382" y="1391"/>
                    <a:pt x="371" y="1380"/>
                  </a:cubicBezTo>
                  <a:cubicBezTo>
                    <a:pt x="361" y="1380"/>
                    <a:pt x="350" y="1380"/>
                    <a:pt x="340" y="1369"/>
                  </a:cubicBezTo>
                  <a:cubicBezTo>
                    <a:pt x="329" y="1348"/>
                    <a:pt x="318" y="1327"/>
                    <a:pt x="307" y="1316"/>
                  </a:cubicBezTo>
                  <a:cubicBezTo>
                    <a:pt x="297" y="1306"/>
                    <a:pt x="276" y="1295"/>
                    <a:pt x="255" y="1263"/>
                  </a:cubicBezTo>
                  <a:cubicBezTo>
                    <a:pt x="255" y="1252"/>
                    <a:pt x="244" y="1252"/>
                    <a:pt x="244" y="1242"/>
                  </a:cubicBezTo>
                  <a:cubicBezTo>
                    <a:pt x="234" y="1231"/>
                    <a:pt x="234" y="1221"/>
                    <a:pt x="234" y="1210"/>
                  </a:cubicBezTo>
                  <a:cubicBezTo>
                    <a:pt x="223" y="1210"/>
                    <a:pt x="223" y="1200"/>
                    <a:pt x="223" y="1189"/>
                  </a:cubicBezTo>
                  <a:cubicBezTo>
                    <a:pt x="223" y="1189"/>
                    <a:pt x="223" y="1178"/>
                    <a:pt x="212" y="1178"/>
                  </a:cubicBezTo>
                  <a:cubicBezTo>
                    <a:pt x="212" y="1157"/>
                    <a:pt x="212" y="1146"/>
                    <a:pt x="201" y="1136"/>
                  </a:cubicBezTo>
                  <a:cubicBezTo>
                    <a:pt x="201" y="1115"/>
                    <a:pt x="191" y="1104"/>
                    <a:pt x="180" y="1083"/>
                  </a:cubicBezTo>
                  <a:cubicBezTo>
                    <a:pt x="180" y="1083"/>
                    <a:pt x="170" y="1072"/>
                    <a:pt x="170" y="1061"/>
                  </a:cubicBezTo>
                  <a:cubicBezTo>
                    <a:pt x="159" y="1040"/>
                    <a:pt x="159" y="1030"/>
                    <a:pt x="149" y="1009"/>
                  </a:cubicBezTo>
                  <a:cubicBezTo>
                    <a:pt x="149" y="988"/>
                    <a:pt x="149" y="976"/>
                    <a:pt x="138" y="966"/>
                  </a:cubicBezTo>
                  <a:lnTo>
                    <a:pt x="138" y="945"/>
                  </a:lnTo>
                  <a:lnTo>
                    <a:pt x="138" y="934"/>
                  </a:lnTo>
                  <a:cubicBezTo>
                    <a:pt x="149" y="881"/>
                    <a:pt x="149" y="839"/>
                    <a:pt x="149" y="797"/>
                  </a:cubicBezTo>
                  <a:cubicBezTo>
                    <a:pt x="159" y="754"/>
                    <a:pt x="180" y="722"/>
                    <a:pt x="212" y="691"/>
                  </a:cubicBezTo>
                  <a:cubicBezTo>
                    <a:pt x="212" y="679"/>
                    <a:pt x="212" y="669"/>
                    <a:pt x="223" y="648"/>
                  </a:cubicBezTo>
                  <a:cubicBezTo>
                    <a:pt x="223" y="637"/>
                    <a:pt x="223" y="627"/>
                    <a:pt x="234" y="616"/>
                  </a:cubicBezTo>
                  <a:cubicBezTo>
                    <a:pt x="244" y="595"/>
                    <a:pt x="265" y="563"/>
                    <a:pt x="286" y="542"/>
                  </a:cubicBezTo>
                  <a:cubicBezTo>
                    <a:pt x="318" y="500"/>
                    <a:pt x="361" y="467"/>
                    <a:pt x="403" y="436"/>
                  </a:cubicBezTo>
                  <a:cubicBezTo>
                    <a:pt x="446" y="404"/>
                    <a:pt x="477" y="382"/>
                    <a:pt x="509" y="382"/>
                  </a:cubicBezTo>
                  <a:cubicBezTo>
                    <a:pt x="531" y="372"/>
                    <a:pt x="541" y="372"/>
                    <a:pt x="562" y="372"/>
                  </a:cubicBezTo>
                  <a:lnTo>
                    <a:pt x="626" y="372"/>
                  </a:lnTo>
                  <a:cubicBezTo>
                    <a:pt x="647" y="361"/>
                    <a:pt x="658" y="361"/>
                    <a:pt x="668" y="361"/>
                  </a:cubicBezTo>
                  <a:lnTo>
                    <a:pt x="689" y="361"/>
                  </a:lnTo>
                  <a:cubicBezTo>
                    <a:pt x="700" y="361"/>
                    <a:pt x="700" y="351"/>
                    <a:pt x="711" y="351"/>
                  </a:cubicBezTo>
                  <a:cubicBezTo>
                    <a:pt x="722" y="351"/>
                    <a:pt x="732" y="340"/>
                    <a:pt x="743" y="340"/>
                  </a:cubicBezTo>
                  <a:lnTo>
                    <a:pt x="743" y="351"/>
                  </a:lnTo>
                  <a:cubicBezTo>
                    <a:pt x="753" y="351"/>
                    <a:pt x="764" y="361"/>
                    <a:pt x="774" y="361"/>
                  </a:cubicBezTo>
                  <a:cubicBezTo>
                    <a:pt x="785" y="361"/>
                    <a:pt x="785" y="361"/>
                    <a:pt x="785" y="372"/>
                  </a:cubicBezTo>
                  <a:cubicBezTo>
                    <a:pt x="774" y="382"/>
                    <a:pt x="774" y="394"/>
                    <a:pt x="785" y="394"/>
                  </a:cubicBezTo>
                  <a:cubicBezTo>
                    <a:pt x="806" y="404"/>
                    <a:pt x="817" y="404"/>
                    <a:pt x="838" y="404"/>
                  </a:cubicBezTo>
                  <a:cubicBezTo>
                    <a:pt x="849" y="415"/>
                    <a:pt x="859" y="415"/>
                    <a:pt x="880" y="415"/>
                  </a:cubicBezTo>
                  <a:cubicBezTo>
                    <a:pt x="912" y="415"/>
                    <a:pt x="944" y="404"/>
                    <a:pt x="976" y="404"/>
                  </a:cubicBezTo>
                  <a:cubicBezTo>
                    <a:pt x="976" y="394"/>
                    <a:pt x="976" y="394"/>
                    <a:pt x="986" y="382"/>
                  </a:cubicBezTo>
                  <a:lnTo>
                    <a:pt x="1019" y="382"/>
                  </a:lnTo>
                  <a:cubicBezTo>
                    <a:pt x="1019" y="361"/>
                    <a:pt x="1029" y="351"/>
                    <a:pt x="1029" y="340"/>
                  </a:cubicBezTo>
                  <a:cubicBezTo>
                    <a:pt x="1040" y="319"/>
                    <a:pt x="1061" y="298"/>
                    <a:pt x="1071" y="276"/>
                  </a:cubicBezTo>
                  <a:cubicBezTo>
                    <a:pt x="1092" y="266"/>
                    <a:pt x="1114" y="245"/>
                    <a:pt x="1114" y="224"/>
                  </a:cubicBezTo>
                  <a:cubicBezTo>
                    <a:pt x="1114" y="213"/>
                    <a:pt x="1092" y="213"/>
                    <a:pt x="1071" y="192"/>
                  </a:cubicBezTo>
                  <a:cubicBezTo>
                    <a:pt x="1061" y="192"/>
                    <a:pt x="1050" y="181"/>
                    <a:pt x="1040" y="181"/>
                  </a:cubicBezTo>
                  <a:lnTo>
                    <a:pt x="1019" y="160"/>
                  </a:lnTo>
                  <a:cubicBezTo>
                    <a:pt x="1008" y="149"/>
                    <a:pt x="1029" y="139"/>
                    <a:pt x="1040" y="128"/>
                  </a:cubicBezTo>
                  <a:cubicBezTo>
                    <a:pt x="1029" y="118"/>
                    <a:pt x="1019" y="118"/>
                    <a:pt x="1019" y="118"/>
                  </a:cubicBezTo>
                  <a:lnTo>
                    <a:pt x="1008" y="107"/>
                  </a:lnTo>
                  <a:cubicBezTo>
                    <a:pt x="1008" y="97"/>
                    <a:pt x="1008" y="85"/>
                    <a:pt x="1019" y="85"/>
                  </a:cubicBezTo>
                  <a:cubicBezTo>
                    <a:pt x="1008" y="85"/>
                    <a:pt x="997" y="75"/>
                    <a:pt x="997" y="75"/>
                  </a:cubicBezTo>
                  <a:lnTo>
                    <a:pt x="1019" y="54"/>
                  </a:lnTo>
                  <a:cubicBezTo>
                    <a:pt x="955" y="33"/>
                    <a:pt x="891" y="22"/>
                    <a:pt x="817" y="12"/>
                  </a:cubicBezTo>
                  <a:cubicBezTo>
                    <a:pt x="795" y="1"/>
                    <a:pt x="774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" name="Google Shape;712;p22"/>
          <p:cNvGrpSpPr/>
          <p:nvPr/>
        </p:nvGrpSpPr>
        <p:grpSpPr>
          <a:xfrm rot="-386182">
            <a:off x="229116" y="8447811"/>
            <a:ext cx="4171309" cy="1422937"/>
            <a:chOff x="6446000" y="-458576"/>
            <a:chExt cx="4171296" cy="1422933"/>
          </a:xfrm>
        </p:grpSpPr>
        <p:sp>
          <p:nvSpPr>
            <p:cNvPr id="713" name="Google Shape;713;p22"/>
            <p:cNvSpPr/>
            <p:nvPr/>
          </p:nvSpPr>
          <p:spPr>
            <a:xfrm>
              <a:off x="7215399" y="301091"/>
              <a:ext cx="2755750" cy="663266"/>
            </a:xfrm>
            <a:custGeom>
              <a:avLst/>
              <a:gdLst/>
              <a:ahLst/>
              <a:cxnLst/>
              <a:rect l="l" t="t" r="r" b="b"/>
              <a:pathLst>
                <a:path w="18161" h="4371" extrusionOk="0">
                  <a:moveTo>
                    <a:pt x="2324" y="32"/>
                  </a:moveTo>
                  <a:lnTo>
                    <a:pt x="2303" y="42"/>
                  </a:lnTo>
                  <a:lnTo>
                    <a:pt x="2303" y="42"/>
                  </a:lnTo>
                  <a:cubicBezTo>
                    <a:pt x="2310" y="41"/>
                    <a:pt x="2317" y="39"/>
                    <a:pt x="2324" y="32"/>
                  </a:cubicBezTo>
                  <a:close/>
                  <a:moveTo>
                    <a:pt x="5421" y="1316"/>
                  </a:moveTo>
                  <a:cubicBezTo>
                    <a:pt x="5453" y="1337"/>
                    <a:pt x="5495" y="1368"/>
                    <a:pt x="5516" y="1400"/>
                  </a:cubicBezTo>
                  <a:lnTo>
                    <a:pt x="5559" y="1443"/>
                  </a:lnTo>
                  <a:cubicBezTo>
                    <a:pt x="5559" y="1453"/>
                    <a:pt x="5570" y="1464"/>
                    <a:pt x="5580" y="1464"/>
                  </a:cubicBezTo>
                  <a:lnTo>
                    <a:pt x="5591" y="1495"/>
                  </a:lnTo>
                  <a:cubicBezTo>
                    <a:pt x="5612" y="1528"/>
                    <a:pt x="5634" y="1559"/>
                    <a:pt x="5644" y="1591"/>
                  </a:cubicBezTo>
                  <a:cubicBezTo>
                    <a:pt x="5707" y="1729"/>
                    <a:pt x="5718" y="1888"/>
                    <a:pt x="5665" y="2016"/>
                  </a:cubicBezTo>
                  <a:cubicBezTo>
                    <a:pt x="5665" y="2016"/>
                    <a:pt x="5655" y="2026"/>
                    <a:pt x="5655" y="2037"/>
                  </a:cubicBezTo>
                  <a:cubicBezTo>
                    <a:pt x="5655" y="2047"/>
                    <a:pt x="5644" y="2047"/>
                    <a:pt x="5644" y="2058"/>
                  </a:cubicBezTo>
                  <a:cubicBezTo>
                    <a:pt x="5634" y="2068"/>
                    <a:pt x="5634" y="2068"/>
                    <a:pt x="5634" y="2079"/>
                  </a:cubicBezTo>
                  <a:lnTo>
                    <a:pt x="5612" y="2100"/>
                  </a:lnTo>
                  <a:cubicBezTo>
                    <a:pt x="5601" y="2132"/>
                    <a:pt x="5570" y="2153"/>
                    <a:pt x="5549" y="2174"/>
                  </a:cubicBezTo>
                  <a:cubicBezTo>
                    <a:pt x="5516" y="2195"/>
                    <a:pt x="5495" y="2207"/>
                    <a:pt x="5464" y="2228"/>
                  </a:cubicBezTo>
                  <a:lnTo>
                    <a:pt x="5368" y="2259"/>
                  </a:lnTo>
                  <a:lnTo>
                    <a:pt x="5273" y="2259"/>
                  </a:lnTo>
                  <a:cubicBezTo>
                    <a:pt x="5241" y="2249"/>
                    <a:pt x="5209" y="2249"/>
                    <a:pt x="5188" y="2228"/>
                  </a:cubicBezTo>
                  <a:cubicBezTo>
                    <a:pt x="5156" y="2217"/>
                    <a:pt x="5135" y="2195"/>
                    <a:pt x="5113" y="2174"/>
                  </a:cubicBezTo>
                  <a:cubicBezTo>
                    <a:pt x="5092" y="2153"/>
                    <a:pt x="5071" y="2132"/>
                    <a:pt x="5050" y="2100"/>
                  </a:cubicBezTo>
                  <a:cubicBezTo>
                    <a:pt x="5018" y="2047"/>
                    <a:pt x="5007" y="1983"/>
                    <a:pt x="4997" y="1920"/>
                  </a:cubicBezTo>
                  <a:lnTo>
                    <a:pt x="4997" y="1867"/>
                  </a:lnTo>
                  <a:lnTo>
                    <a:pt x="4997" y="1846"/>
                  </a:lnTo>
                  <a:lnTo>
                    <a:pt x="4997" y="1825"/>
                  </a:lnTo>
                  <a:lnTo>
                    <a:pt x="5007" y="1814"/>
                  </a:lnTo>
                  <a:lnTo>
                    <a:pt x="5007" y="1792"/>
                  </a:lnTo>
                  <a:lnTo>
                    <a:pt x="5018" y="1771"/>
                  </a:lnTo>
                  <a:lnTo>
                    <a:pt x="5018" y="1750"/>
                  </a:lnTo>
                  <a:cubicBezTo>
                    <a:pt x="5028" y="1740"/>
                    <a:pt x="5028" y="1729"/>
                    <a:pt x="5028" y="1719"/>
                  </a:cubicBezTo>
                  <a:cubicBezTo>
                    <a:pt x="5082" y="1591"/>
                    <a:pt x="5177" y="1485"/>
                    <a:pt x="5283" y="1400"/>
                  </a:cubicBezTo>
                  <a:cubicBezTo>
                    <a:pt x="5325" y="1368"/>
                    <a:pt x="5379" y="1337"/>
                    <a:pt x="5421" y="1316"/>
                  </a:cubicBezTo>
                  <a:close/>
                  <a:moveTo>
                    <a:pt x="9602" y="1933"/>
                  </a:moveTo>
                  <a:cubicBezTo>
                    <a:pt x="9696" y="2074"/>
                    <a:pt x="9765" y="2233"/>
                    <a:pt x="9838" y="2392"/>
                  </a:cubicBezTo>
                  <a:lnTo>
                    <a:pt x="9838" y="2392"/>
                  </a:lnTo>
                  <a:cubicBezTo>
                    <a:pt x="9773" y="2253"/>
                    <a:pt x="9707" y="2114"/>
                    <a:pt x="9632" y="1983"/>
                  </a:cubicBezTo>
                  <a:cubicBezTo>
                    <a:pt x="9622" y="1966"/>
                    <a:pt x="9612" y="1950"/>
                    <a:pt x="9602" y="1933"/>
                  </a:cubicBezTo>
                  <a:close/>
                  <a:moveTo>
                    <a:pt x="8955" y="3112"/>
                  </a:moveTo>
                  <a:cubicBezTo>
                    <a:pt x="8972" y="3117"/>
                    <a:pt x="8989" y="3123"/>
                    <a:pt x="9007" y="3129"/>
                  </a:cubicBezTo>
                  <a:cubicBezTo>
                    <a:pt x="9015" y="3131"/>
                    <a:pt x="9023" y="3133"/>
                    <a:pt x="9031" y="3134"/>
                  </a:cubicBezTo>
                  <a:lnTo>
                    <a:pt x="9031" y="3134"/>
                  </a:lnTo>
                  <a:cubicBezTo>
                    <a:pt x="9016" y="3129"/>
                    <a:pt x="9000" y="3124"/>
                    <a:pt x="8985" y="3119"/>
                  </a:cubicBezTo>
                  <a:cubicBezTo>
                    <a:pt x="8975" y="3116"/>
                    <a:pt x="8965" y="3114"/>
                    <a:pt x="8955" y="3112"/>
                  </a:cubicBezTo>
                  <a:close/>
                  <a:moveTo>
                    <a:pt x="10025" y="2832"/>
                  </a:moveTo>
                  <a:lnTo>
                    <a:pt x="10025" y="2832"/>
                  </a:lnTo>
                  <a:cubicBezTo>
                    <a:pt x="10067" y="2938"/>
                    <a:pt x="10099" y="3055"/>
                    <a:pt x="10120" y="3182"/>
                  </a:cubicBezTo>
                  <a:cubicBezTo>
                    <a:pt x="10099" y="3065"/>
                    <a:pt x="10067" y="2949"/>
                    <a:pt x="10025" y="2832"/>
                  </a:cubicBezTo>
                  <a:close/>
                  <a:moveTo>
                    <a:pt x="8752" y="1400"/>
                  </a:moveTo>
                  <a:cubicBezTo>
                    <a:pt x="8837" y="1411"/>
                    <a:pt x="8932" y="1422"/>
                    <a:pt x="9017" y="1464"/>
                  </a:cubicBezTo>
                  <a:cubicBezTo>
                    <a:pt x="9059" y="1474"/>
                    <a:pt x="9102" y="1495"/>
                    <a:pt x="9134" y="1528"/>
                  </a:cubicBezTo>
                  <a:lnTo>
                    <a:pt x="9165" y="1538"/>
                  </a:lnTo>
                  <a:lnTo>
                    <a:pt x="9187" y="1549"/>
                  </a:lnTo>
                  <a:lnTo>
                    <a:pt x="9198" y="1559"/>
                  </a:lnTo>
                  <a:lnTo>
                    <a:pt x="9229" y="1580"/>
                  </a:lnTo>
                  <a:lnTo>
                    <a:pt x="9250" y="1601"/>
                  </a:lnTo>
                  <a:cubicBezTo>
                    <a:pt x="9271" y="1623"/>
                    <a:pt x="9293" y="1634"/>
                    <a:pt x="9304" y="1655"/>
                  </a:cubicBezTo>
                  <a:cubicBezTo>
                    <a:pt x="9314" y="1655"/>
                    <a:pt x="9325" y="1665"/>
                    <a:pt x="9335" y="1676"/>
                  </a:cubicBezTo>
                  <a:cubicBezTo>
                    <a:pt x="9335" y="1686"/>
                    <a:pt x="9346" y="1686"/>
                    <a:pt x="9356" y="1697"/>
                  </a:cubicBezTo>
                  <a:cubicBezTo>
                    <a:pt x="9367" y="1719"/>
                    <a:pt x="9388" y="1729"/>
                    <a:pt x="9399" y="1750"/>
                  </a:cubicBezTo>
                  <a:cubicBezTo>
                    <a:pt x="9420" y="1771"/>
                    <a:pt x="9431" y="1792"/>
                    <a:pt x="9452" y="1803"/>
                  </a:cubicBezTo>
                  <a:cubicBezTo>
                    <a:pt x="9558" y="1962"/>
                    <a:pt x="9653" y="2132"/>
                    <a:pt x="9728" y="2302"/>
                  </a:cubicBezTo>
                  <a:cubicBezTo>
                    <a:pt x="9770" y="2397"/>
                    <a:pt x="9802" y="2482"/>
                    <a:pt x="9844" y="2567"/>
                  </a:cubicBezTo>
                  <a:cubicBezTo>
                    <a:pt x="9876" y="2652"/>
                    <a:pt x="9919" y="2737"/>
                    <a:pt x="9940" y="2811"/>
                  </a:cubicBezTo>
                  <a:cubicBezTo>
                    <a:pt x="9993" y="2938"/>
                    <a:pt x="10035" y="3065"/>
                    <a:pt x="10056" y="3182"/>
                  </a:cubicBezTo>
                  <a:cubicBezTo>
                    <a:pt x="9982" y="3182"/>
                    <a:pt x="9876" y="3193"/>
                    <a:pt x="9749" y="3193"/>
                  </a:cubicBezTo>
                  <a:lnTo>
                    <a:pt x="9738" y="3193"/>
                  </a:lnTo>
                  <a:cubicBezTo>
                    <a:pt x="9632" y="3193"/>
                    <a:pt x="9516" y="3182"/>
                    <a:pt x="9377" y="3171"/>
                  </a:cubicBezTo>
                  <a:cubicBezTo>
                    <a:pt x="9314" y="3161"/>
                    <a:pt x="9240" y="3150"/>
                    <a:pt x="9165" y="3140"/>
                  </a:cubicBezTo>
                  <a:cubicBezTo>
                    <a:pt x="9134" y="3129"/>
                    <a:pt x="9102" y="3119"/>
                    <a:pt x="9059" y="3108"/>
                  </a:cubicBezTo>
                  <a:cubicBezTo>
                    <a:pt x="9038" y="3108"/>
                    <a:pt x="9028" y="3098"/>
                    <a:pt x="9007" y="3098"/>
                  </a:cubicBezTo>
                  <a:cubicBezTo>
                    <a:pt x="8985" y="3086"/>
                    <a:pt x="8964" y="3086"/>
                    <a:pt x="8953" y="3076"/>
                  </a:cubicBezTo>
                  <a:lnTo>
                    <a:pt x="8731" y="2980"/>
                  </a:lnTo>
                  <a:cubicBezTo>
                    <a:pt x="8656" y="2938"/>
                    <a:pt x="8582" y="2885"/>
                    <a:pt x="8519" y="2832"/>
                  </a:cubicBezTo>
                  <a:cubicBezTo>
                    <a:pt x="8444" y="2779"/>
                    <a:pt x="8380" y="2716"/>
                    <a:pt x="8328" y="2652"/>
                  </a:cubicBezTo>
                  <a:cubicBezTo>
                    <a:pt x="8274" y="2577"/>
                    <a:pt x="8232" y="2504"/>
                    <a:pt x="8189" y="2419"/>
                  </a:cubicBezTo>
                  <a:cubicBezTo>
                    <a:pt x="8179" y="2376"/>
                    <a:pt x="8158" y="2334"/>
                    <a:pt x="8147" y="2291"/>
                  </a:cubicBezTo>
                  <a:cubicBezTo>
                    <a:pt x="8147" y="2249"/>
                    <a:pt x="8137" y="2207"/>
                    <a:pt x="8137" y="2153"/>
                  </a:cubicBezTo>
                  <a:cubicBezTo>
                    <a:pt x="8126" y="2068"/>
                    <a:pt x="8137" y="1973"/>
                    <a:pt x="8168" y="1888"/>
                  </a:cubicBezTo>
                  <a:cubicBezTo>
                    <a:pt x="8189" y="1792"/>
                    <a:pt x="8232" y="1708"/>
                    <a:pt x="8285" y="1634"/>
                  </a:cubicBezTo>
                  <a:cubicBezTo>
                    <a:pt x="8349" y="1559"/>
                    <a:pt x="8413" y="1506"/>
                    <a:pt x="8486" y="1464"/>
                  </a:cubicBezTo>
                  <a:cubicBezTo>
                    <a:pt x="8529" y="1443"/>
                    <a:pt x="8571" y="1432"/>
                    <a:pt x="8614" y="1422"/>
                  </a:cubicBezTo>
                  <a:lnTo>
                    <a:pt x="8646" y="1411"/>
                  </a:lnTo>
                  <a:lnTo>
                    <a:pt x="8710" y="1411"/>
                  </a:lnTo>
                  <a:cubicBezTo>
                    <a:pt x="8720" y="1400"/>
                    <a:pt x="8731" y="1400"/>
                    <a:pt x="8741" y="1400"/>
                  </a:cubicBezTo>
                  <a:close/>
                  <a:moveTo>
                    <a:pt x="10162" y="3182"/>
                  </a:moveTo>
                  <a:lnTo>
                    <a:pt x="10162" y="3204"/>
                  </a:lnTo>
                  <a:cubicBezTo>
                    <a:pt x="10162" y="3204"/>
                    <a:pt x="10152" y="3204"/>
                    <a:pt x="10152" y="3214"/>
                  </a:cubicBezTo>
                  <a:cubicBezTo>
                    <a:pt x="10152" y="3204"/>
                    <a:pt x="10152" y="3193"/>
                    <a:pt x="10141" y="3182"/>
                  </a:cubicBezTo>
                  <a:close/>
                  <a:moveTo>
                    <a:pt x="8762" y="1316"/>
                  </a:moveTo>
                  <a:cubicBezTo>
                    <a:pt x="8816" y="1316"/>
                    <a:pt x="8879" y="1326"/>
                    <a:pt x="8943" y="1337"/>
                  </a:cubicBezTo>
                  <a:cubicBezTo>
                    <a:pt x="8996" y="1358"/>
                    <a:pt x="9059" y="1379"/>
                    <a:pt x="9113" y="1411"/>
                  </a:cubicBezTo>
                  <a:cubicBezTo>
                    <a:pt x="9229" y="1464"/>
                    <a:pt x="9325" y="1538"/>
                    <a:pt x="9410" y="1623"/>
                  </a:cubicBezTo>
                  <a:cubicBezTo>
                    <a:pt x="9505" y="1719"/>
                    <a:pt x="9579" y="1814"/>
                    <a:pt x="9643" y="1920"/>
                  </a:cubicBezTo>
                  <a:cubicBezTo>
                    <a:pt x="9707" y="2037"/>
                    <a:pt x="9759" y="2143"/>
                    <a:pt x="9813" y="2259"/>
                  </a:cubicBezTo>
                  <a:cubicBezTo>
                    <a:pt x="9844" y="2323"/>
                    <a:pt x="9865" y="2376"/>
                    <a:pt x="9898" y="2440"/>
                  </a:cubicBezTo>
                  <a:cubicBezTo>
                    <a:pt x="9919" y="2492"/>
                    <a:pt x="9950" y="2556"/>
                    <a:pt x="9971" y="2610"/>
                  </a:cubicBezTo>
                  <a:cubicBezTo>
                    <a:pt x="10025" y="2726"/>
                    <a:pt x="10067" y="2853"/>
                    <a:pt x="10110" y="2970"/>
                  </a:cubicBezTo>
                  <a:cubicBezTo>
                    <a:pt x="10120" y="3034"/>
                    <a:pt x="10141" y="3108"/>
                    <a:pt x="10162" y="3171"/>
                  </a:cubicBezTo>
                  <a:lnTo>
                    <a:pt x="10141" y="3171"/>
                  </a:lnTo>
                  <a:cubicBezTo>
                    <a:pt x="10141" y="3140"/>
                    <a:pt x="10131" y="3098"/>
                    <a:pt x="10110" y="3055"/>
                  </a:cubicBezTo>
                  <a:cubicBezTo>
                    <a:pt x="10067" y="2874"/>
                    <a:pt x="9993" y="2705"/>
                    <a:pt x="9919" y="2525"/>
                  </a:cubicBezTo>
                  <a:cubicBezTo>
                    <a:pt x="9844" y="2355"/>
                    <a:pt x="9770" y="2185"/>
                    <a:pt x="9674" y="2016"/>
                  </a:cubicBezTo>
                  <a:cubicBezTo>
                    <a:pt x="9632" y="1941"/>
                    <a:pt x="9579" y="1856"/>
                    <a:pt x="9526" y="1782"/>
                  </a:cubicBezTo>
                  <a:cubicBezTo>
                    <a:pt x="9473" y="1708"/>
                    <a:pt x="9410" y="1644"/>
                    <a:pt x="9346" y="1580"/>
                  </a:cubicBezTo>
                  <a:cubicBezTo>
                    <a:pt x="9271" y="1528"/>
                    <a:pt x="9198" y="1474"/>
                    <a:pt x="9123" y="1432"/>
                  </a:cubicBezTo>
                  <a:cubicBezTo>
                    <a:pt x="9038" y="1389"/>
                    <a:pt x="8953" y="1358"/>
                    <a:pt x="8868" y="1347"/>
                  </a:cubicBezTo>
                  <a:cubicBezTo>
                    <a:pt x="8826" y="1337"/>
                    <a:pt x="8783" y="1337"/>
                    <a:pt x="8752" y="1337"/>
                  </a:cubicBezTo>
                  <a:cubicBezTo>
                    <a:pt x="8614" y="1337"/>
                    <a:pt x="8476" y="1379"/>
                    <a:pt x="8359" y="1474"/>
                  </a:cubicBezTo>
                  <a:cubicBezTo>
                    <a:pt x="8295" y="1528"/>
                    <a:pt x="8243" y="1591"/>
                    <a:pt x="8189" y="1676"/>
                  </a:cubicBezTo>
                  <a:cubicBezTo>
                    <a:pt x="8147" y="1750"/>
                    <a:pt x="8116" y="1835"/>
                    <a:pt x="8094" y="1920"/>
                  </a:cubicBezTo>
                  <a:cubicBezTo>
                    <a:pt x="8062" y="2100"/>
                    <a:pt x="8073" y="2291"/>
                    <a:pt x="8147" y="2450"/>
                  </a:cubicBezTo>
                  <a:cubicBezTo>
                    <a:pt x="8189" y="2535"/>
                    <a:pt x="8232" y="2610"/>
                    <a:pt x="8295" y="2683"/>
                  </a:cubicBezTo>
                  <a:cubicBezTo>
                    <a:pt x="8349" y="2758"/>
                    <a:pt x="8423" y="2822"/>
                    <a:pt x="8497" y="2874"/>
                  </a:cubicBezTo>
                  <a:cubicBezTo>
                    <a:pt x="8561" y="2928"/>
                    <a:pt x="8646" y="2980"/>
                    <a:pt x="8731" y="3023"/>
                  </a:cubicBezTo>
                  <a:cubicBezTo>
                    <a:pt x="8797" y="3061"/>
                    <a:pt x="8872" y="3091"/>
                    <a:pt x="8955" y="3112"/>
                  </a:cubicBezTo>
                  <a:lnTo>
                    <a:pt x="8955" y="3112"/>
                  </a:lnTo>
                  <a:cubicBezTo>
                    <a:pt x="8880" y="3085"/>
                    <a:pt x="8810" y="3058"/>
                    <a:pt x="8741" y="3023"/>
                  </a:cubicBezTo>
                  <a:cubicBezTo>
                    <a:pt x="8561" y="2938"/>
                    <a:pt x="8413" y="2811"/>
                    <a:pt x="8285" y="2662"/>
                  </a:cubicBezTo>
                  <a:cubicBezTo>
                    <a:pt x="8232" y="2588"/>
                    <a:pt x="8179" y="2504"/>
                    <a:pt x="8147" y="2419"/>
                  </a:cubicBezTo>
                  <a:cubicBezTo>
                    <a:pt x="8105" y="2334"/>
                    <a:pt x="8094" y="2238"/>
                    <a:pt x="8083" y="2143"/>
                  </a:cubicBezTo>
                  <a:cubicBezTo>
                    <a:pt x="8083" y="2058"/>
                    <a:pt x="8094" y="1962"/>
                    <a:pt x="8126" y="1867"/>
                  </a:cubicBezTo>
                  <a:cubicBezTo>
                    <a:pt x="8147" y="1782"/>
                    <a:pt x="8189" y="1697"/>
                    <a:pt x="8243" y="1613"/>
                  </a:cubicBezTo>
                  <a:cubicBezTo>
                    <a:pt x="8295" y="1538"/>
                    <a:pt x="8359" y="1474"/>
                    <a:pt x="8444" y="1432"/>
                  </a:cubicBezTo>
                  <a:cubicBezTo>
                    <a:pt x="8519" y="1379"/>
                    <a:pt x="8604" y="1358"/>
                    <a:pt x="8699" y="1347"/>
                  </a:cubicBezTo>
                  <a:lnTo>
                    <a:pt x="8741" y="1347"/>
                  </a:lnTo>
                  <a:cubicBezTo>
                    <a:pt x="8826" y="1347"/>
                    <a:pt x="8901" y="1358"/>
                    <a:pt x="8974" y="1389"/>
                  </a:cubicBezTo>
                  <a:cubicBezTo>
                    <a:pt x="9059" y="1411"/>
                    <a:pt x="9144" y="1453"/>
                    <a:pt x="9219" y="1506"/>
                  </a:cubicBezTo>
                  <a:cubicBezTo>
                    <a:pt x="9304" y="1559"/>
                    <a:pt x="9367" y="1623"/>
                    <a:pt x="9431" y="1697"/>
                  </a:cubicBezTo>
                  <a:cubicBezTo>
                    <a:pt x="9440" y="1707"/>
                    <a:pt x="9448" y="1717"/>
                    <a:pt x="9456" y="1727"/>
                  </a:cubicBezTo>
                  <a:lnTo>
                    <a:pt x="9456" y="1727"/>
                  </a:lnTo>
                  <a:cubicBezTo>
                    <a:pt x="9412" y="1679"/>
                    <a:pt x="9363" y="1632"/>
                    <a:pt x="9314" y="1591"/>
                  </a:cubicBezTo>
                  <a:cubicBezTo>
                    <a:pt x="9250" y="1538"/>
                    <a:pt x="9187" y="1485"/>
                    <a:pt x="9113" y="1453"/>
                  </a:cubicBezTo>
                  <a:cubicBezTo>
                    <a:pt x="9038" y="1411"/>
                    <a:pt x="8953" y="1389"/>
                    <a:pt x="8868" y="1368"/>
                  </a:cubicBezTo>
                  <a:cubicBezTo>
                    <a:pt x="8826" y="1368"/>
                    <a:pt x="8783" y="1358"/>
                    <a:pt x="8741" y="1358"/>
                  </a:cubicBezTo>
                  <a:cubicBezTo>
                    <a:pt x="8731" y="1358"/>
                    <a:pt x="8720" y="1358"/>
                    <a:pt x="8710" y="1368"/>
                  </a:cubicBezTo>
                  <a:lnTo>
                    <a:pt x="8677" y="1368"/>
                  </a:lnTo>
                  <a:cubicBezTo>
                    <a:pt x="8667" y="1368"/>
                    <a:pt x="8646" y="1368"/>
                    <a:pt x="8625" y="1379"/>
                  </a:cubicBezTo>
                  <a:cubicBezTo>
                    <a:pt x="8540" y="1389"/>
                    <a:pt x="8465" y="1432"/>
                    <a:pt x="8391" y="1485"/>
                  </a:cubicBezTo>
                  <a:cubicBezTo>
                    <a:pt x="8307" y="1549"/>
                    <a:pt x="8243" y="1634"/>
                    <a:pt x="8189" y="1740"/>
                  </a:cubicBezTo>
                  <a:cubicBezTo>
                    <a:pt x="8137" y="1846"/>
                    <a:pt x="8105" y="1962"/>
                    <a:pt x="8105" y="2079"/>
                  </a:cubicBezTo>
                  <a:cubicBezTo>
                    <a:pt x="8094" y="2143"/>
                    <a:pt x="8105" y="2195"/>
                    <a:pt x="8116" y="2259"/>
                  </a:cubicBezTo>
                  <a:lnTo>
                    <a:pt x="8116" y="2280"/>
                  </a:lnTo>
                  <a:lnTo>
                    <a:pt x="8126" y="2302"/>
                  </a:lnTo>
                  <a:cubicBezTo>
                    <a:pt x="8126" y="2313"/>
                    <a:pt x="8126" y="2323"/>
                    <a:pt x="8137" y="2344"/>
                  </a:cubicBezTo>
                  <a:cubicBezTo>
                    <a:pt x="8137" y="2355"/>
                    <a:pt x="8137" y="2365"/>
                    <a:pt x="8147" y="2386"/>
                  </a:cubicBezTo>
                  <a:cubicBezTo>
                    <a:pt x="8147" y="2397"/>
                    <a:pt x="8158" y="2408"/>
                    <a:pt x="8158" y="2419"/>
                  </a:cubicBezTo>
                  <a:cubicBezTo>
                    <a:pt x="8211" y="2535"/>
                    <a:pt x="8274" y="2631"/>
                    <a:pt x="8349" y="2716"/>
                  </a:cubicBezTo>
                  <a:cubicBezTo>
                    <a:pt x="8413" y="2779"/>
                    <a:pt x="8476" y="2843"/>
                    <a:pt x="8550" y="2896"/>
                  </a:cubicBezTo>
                  <a:cubicBezTo>
                    <a:pt x="8571" y="2907"/>
                    <a:pt x="8582" y="2917"/>
                    <a:pt x="8604" y="2938"/>
                  </a:cubicBezTo>
                  <a:lnTo>
                    <a:pt x="8667" y="2970"/>
                  </a:lnTo>
                  <a:cubicBezTo>
                    <a:pt x="8699" y="2991"/>
                    <a:pt x="8741" y="3013"/>
                    <a:pt x="8783" y="3034"/>
                  </a:cubicBezTo>
                  <a:cubicBezTo>
                    <a:pt x="8858" y="3065"/>
                    <a:pt x="8943" y="3108"/>
                    <a:pt x="9028" y="3129"/>
                  </a:cubicBezTo>
                  <a:cubicBezTo>
                    <a:pt x="9113" y="3150"/>
                    <a:pt x="9198" y="3171"/>
                    <a:pt x="9293" y="3182"/>
                  </a:cubicBezTo>
                  <a:cubicBezTo>
                    <a:pt x="9206" y="3172"/>
                    <a:pt x="9118" y="3154"/>
                    <a:pt x="9031" y="3134"/>
                  </a:cubicBezTo>
                  <a:lnTo>
                    <a:pt x="9031" y="3134"/>
                  </a:lnTo>
                  <a:cubicBezTo>
                    <a:pt x="9103" y="3157"/>
                    <a:pt x="9180" y="3173"/>
                    <a:pt x="9250" y="3182"/>
                  </a:cubicBezTo>
                  <a:cubicBezTo>
                    <a:pt x="9346" y="3204"/>
                    <a:pt x="9441" y="3204"/>
                    <a:pt x="9537" y="3214"/>
                  </a:cubicBezTo>
                  <a:cubicBezTo>
                    <a:pt x="9452" y="3204"/>
                    <a:pt x="9367" y="3204"/>
                    <a:pt x="9293" y="3182"/>
                  </a:cubicBezTo>
                  <a:lnTo>
                    <a:pt x="9293" y="3182"/>
                  </a:lnTo>
                  <a:cubicBezTo>
                    <a:pt x="9420" y="3204"/>
                    <a:pt x="9537" y="3214"/>
                    <a:pt x="9664" y="3214"/>
                  </a:cubicBezTo>
                  <a:cubicBezTo>
                    <a:pt x="9770" y="3214"/>
                    <a:pt x="9887" y="3204"/>
                    <a:pt x="9993" y="3193"/>
                  </a:cubicBezTo>
                  <a:lnTo>
                    <a:pt x="10056" y="3193"/>
                  </a:lnTo>
                  <a:cubicBezTo>
                    <a:pt x="10056" y="3204"/>
                    <a:pt x="10067" y="3204"/>
                    <a:pt x="10067" y="3214"/>
                  </a:cubicBezTo>
                  <a:cubicBezTo>
                    <a:pt x="9950" y="3225"/>
                    <a:pt x="9834" y="3235"/>
                    <a:pt x="9707" y="3235"/>
                  </a:cubicBezTo>
                  <a:lnTo>
                    <a:pt x="9653" y="3235"/>
                  </a:lnTo>
                  <a:cubicBezTo>
                    <a:pt x="9547" y="3235"/>
                    <a:pt x="9431" y="3235"/>
                    <a:pt x="9325" y="3214"/>
                  </a:cubicBezTo>
                  <a:cubicBezTo>
                    <a:pt x="9198" y="3204"/>
                    <a:pt x="9070" y="3182"/>
                    <a:pt x="8943" y="3140"/>
                  </a:cubicBezTo>
                  <a:cubicBezTo>
                    <a:pt x="8826" y="3098"/>
                    <a:pt x="8710" y="3044"/>
                    <a:pt x="8604" y="2980"/>
                  </a:cubicBezTo>
                  <a:cubicBezTo>
                    <a:pt x="8497" y="2907"/>
                    <a:pt x="8391" y="2832"/>
                    <a:pt x="8307" y="2737"/>
                  </a:cubicBezTo>
                  <a:cubicBezTo>
                    <a:pt x="8222" y="2641"/>
                    <a:pt x="8158" y="2535"/>
                    <a:pt x="8116" y="2419"/>
                  </a:cubicBezTo>
                  <a:cubicBezTo>
                    <a:pt x="8062" y="2302"/>
                    <a:pt x="8052" y="2174"/>
                    <a:pt x="8062" y="2047"/>
                  </a:cubicBezTo>
                  <a:cubicBezTo>
                    <a:pt x="8073" y="1920"/>
                    <a:pt x="8105" y="1803"/>
                    <a:pt x="8158" y="1686"/>
                  </a:cubicBezTo>
                  <a:cubicBezTo>
                    <a:pt x="8189" y="1634"/>
                    <a:pt x="8222" y="1580"/>
                    <a:pt x="8264" y="1538"/>
                  </a:cubicBezTo>
                  <a:cubicBezTo>
                    <a:pt x="8307" y="1485"/>
                    <a:pt x="8349" y="1443"/>
                    <a:pt x="8402" y="1411"/>
                  </a:cubicBezTo>
                  <a:cubicBezTo>
                    <a:pt x="8455" y="1379"/>
                    <a:pt x="8519" y="1358"/>
                    <a:pt x="8571" y="1337"/>
                  </a:cubicBezTo>
                  <a:cubicBezTo>
                    <a:pt x="8635" y="1326"/>
                    <a:pt x="8688" y="1316"/>
                    <a:pt x="8752" y="1316"/>
                  </a:cubicBezTo>
                  <a:close/>
                  <a:moveTo>
                    <a:pt x="11637" y="3086"/>
                  </a:moveTo>
                  <a:lnTo>
                    <a:pt x="11637" y="3086"/>
                  </a:lnTo>
                  <a:cubicBezTo>
                    <a:pt x="11298" y="3129"/>
                    <a:pt x="10990" y="3161"/>
                    <a:pt x="10725" y="3193"/>
                  </a:cubicBezTo>
                  <a:cubicBezTo>
                    <a:pt x="10555" y="3204"/>
                    <a:pt x="10407" y="3225"/>
                    <a:pt x="10268" y="3235"/>
                  </a:cubicBezTo>
                  <a:cubicBezTo>
                    <a:pt x="10565" y="3204"/>
                    <a:pt x="11053" y="3150"/>
                    <a:pt x="11637" y="3086"/>
                  </a:cubicBezTo>
                  <a:close/>
                  <a:moveTo>
                    <a:pt x="10025" y="3256"/>
                  </a:moveTo>
                  <a:cubicBezTo>
                    <a:pt x="9997" y="3256"/>
                    <a:pt x="9974" y="3261"/>
                    <a:pt x="9961" y="3264"/>
                  </a:cubicBezTo>
                  <a:lnTo>
                    <a:pt x="9961" y="3264"/>
                  </a:lnTo>
                  <a:cubicBezTo>
                    <a:pt x="9964" y="3263"/>
                    <a:pt x="9968" y="3260"/>
                    <a:pt x="9971" y="3256"/>
                  </a:cubicBezTo>
                  <a:close/>
                  <a:moveTo>
                    <a:pt x="6662" y="2705"/>
                  </a:moveTo>
                  <a:cubicBezTo>
                    <a:pt x="6704" y="2705"/>
                    <a:pt x="6747" y="2716"/>
                    <a:pt x="6779" y="2716"/>
                  </a:cubicBezTo>
                  <a:cubicBezTo>
                    <a:pt x="6726" y="2822"/>
                    <a:pt x="6662" y="2917"/>
                    <a:pt x="6577" y="3013"/>
                  </a:cubicBezTo>
                  <a:cubicBezTo>
                    <a:pt x="6535" y="3065"/>
                    <a:pt x="6482" y="3119"/>
                    <a:pt x="6429" y="3161"/>
                  </a:cubicBezTo>
                  <a:cubicBezTo>
                    <a:pt x="6376" y="3204"/>
                    <a:pt x="6323" y="3256"/>
                    <a:pt x="6259" y="3288"/>
                  </a:cubicBezTo>
                  <a:cubicBezTo>
                    <a:pt x="6238" y="3310"/>
                    <a:pt x="6206" y="3331"/>
                    <a:pt x="6174" y="3352"/>
                  </a:cubicBezTo>
                  <a:cubicBezTo>
                    <a:pt x="6164" y="3362"/>
                    <a:pt x="6143" y="3362"/>
                    <a:pt x="6132" y="3373"/>
                  </a:cubicBezTo>
                  <a:lnTo>
                    <a:pt x="6089" y="3395"/>
                  </a:lnTo>
                  <a:cubicBezTo>
                    <a:pt x="6068" y="3405"/>
                    <a:pt x="6047" y="3416"/>
                    <a:pt x="6037" y="3416"/>
                  </a:cubicBezTo>
                  <a:cubicBezTo>
                    <a:pt x="6015" y="3426"/>
                    <a:pt x="5994" y="3437"/>
                    <a:pt x="5983" y="3437"/>
                  </a:cubicBezTo>
                  <a:lnTo>
                    <a:pt x="5973" y="3447"/>
                  </a:lnTo>
                  <a:lnTo>
                    <a:pt x="5962" y="3437"/>
                  </a:lnTo>
                  <a:cubicBezTo>
                    <a:pt x="5962" y="3426"/>
                    <a:pt x="5952" y="3416"/>
                    <a:pt x="5952" y="3416"/>
                  </a:cubicBezTo>
                  <a:cubicBezTo>
                    <a:pt x="5952" y="3395"/>
                    <a:pt x="5941" y="3384"/>
                    <a:pt x="5941" y="3362"/>
                  </a:cubicBezTo>
                  <a:lnTo>
                    <a:pt x="5941" y="3341"/>
                  </a:lnTo>
                  <a:lnTo>
                    <a:pt x="5941" y="3320"/>
                  </a:lnTo>
                  <a:lnTo>
                    <a:pt x="5941" y="3299"/>
                  </a:lnTo>
                  <a:lnTo>
                    <a:pt x="5941" y="3277"/>
                  </a:lnTo>
                  <a:lnTo>
                    <a:pt x="5941" y="3267"/>
                  </a:lnTo>
                  <a:cubicBezTo>
                    <a:pt x="5962" y="3161"/>
                    <a:pt x="6004" y="3065"/>
                    <a:pt x="6079" y="2980"/>
                  </a:cubicBezTo>
                  <a:cubicBezTo>
                    <a:pt x="6153" y="2896"/>
                    <a:pt x="6238" y="2822"/>
                    <a:pt x="6344" y="2768"/>
                  </a:cubicBezTo>
                  <a:cubicBezTo>
                    <a:pt x="6386" y="2747"/>
                    <a:pt x="6440" y="2726"/>
                    <a:pt x="6492" y="2716"/>
                  </a:cubicBezTo>
                  <a:lnTo>
                    <a:pt x="6535" y="2716"/>
                  </a:lnTo>
                  <a:cubicBezTo>
                    <a:pt x="6546" y="2716"/>
                    <a:pt x="6546" y="2705"/>
                    <a:pt x="6556" y="2705"/>
                  </a:cubicBezTo>
                  <a:close/>
                  <a:moveTo>
                    <a:pt x="8083" y="3458"/>
                  </a:moveTo>
                  <a:lnTo>
                    <a:pt x="8083" y="3458"/>
                  </a:lnTo>
                  <a:cubicBezTo>
                    <a:pt x="8147" y="3522"/>
                    <a:pt x="8211" y="3596"/>
                    <a:pt x="8274" y="3659"/>
                  </a:cubicBezTo>
                  <a:lnTo>
                    <a:pt x="8295" y="3681"/>
                  </a:lnTo>
                  <a:lnTo>
                    <a:pt x="8295" y="3681"/>
                  </a:lnTo>
                  <a:cubicBezTo>
                    <a:pt x="8211" y="3607"/>
                    <a:pt x="8147" y="3522"/>
                    <a:pt x="8083" y="3458"/>
                  </a:cubicBezTo>
                  <a:close/>
                  <a:moveTo>
                    <a:pt x="3819" y="1347"/>
                  </a:moveTo>
                  <a:cubicBezTo>
                    <a:pt x="3830" y="1432"/>
                    <a:pt x="3830" y="1528"/>
                    <a:pt x="3830" y="1613"/>
                  </a:cubicBezTo>
                  <a:cubicBezTo>
                    <a:pt x="3819" y="1729"/>
                    <a:pt x="3809" y="1835"/>
                    <a:pt x="3777" y="1941"/>
                  </a:cubicBezTo>
                  <a:cubicBezTo>
                    <a:pt x="3767" y="1994"/>
                    <a:pt x="3745" y="2047"/>
                    <a:pt x="3734" y="2100"/>
                  </a:cubicBezTo>
                  <a:cubicBezTo>
                    <a:pt x="3724" y="2132"/>
                    <a:pt x="3713" y="2153"/>
                    <a:pt x="3703" y="2185"/>
                  </a:cubicBezTo>
                  <a:cubicBezTo>
                    <a:pt x="3692" y="2195"/>
                    <a:pt x="3692" y="2207"/>
                    <a:pt x="3682" y="2217"/>
                  </a:cubicBezTo>
                  <a:cubicBezTo>
                    <a:pt x="3682" y="2228"/>
                    <a:pt x="3671" y="2238"/>
                    <a:pt x="3671" y="2259"/>
                  </a:cubicBezTo>
                  <a:cubicBezTo>
                    <a:pt x="3576" y="2450"/>
                    <a:pt x="3470" y="2620"/>
                    <a:pt x="3395" y="2737"/>
                  </a:cubicBezTo>
                  <a:cubicBezTo>
                    <a:pt x="3353" y="2789"/>
                    <a:pt x="3321" y="2843"/>
                    <a:pt x="3310" y="2874"/>
                  </a:cubicBezTo>
                  <a:cubicBezTo>
                    <a:pt x="3289" y="2907"/>
                    <a:pt x="3279" y="2917"/>
                    <a:pt x="3289" y="2917"/>
                  </a:cubicBezTo>
                  <a:cubicBezTo>
                    <a:pt x="3246" y="2970"/>
                    <a:pt x="3204" y="3023"/>
                    <a:pt x="3173" y="3065"/>
                  </a:cubicBezTo>
                  <a:lnTo>
                    <a:pt x="3119" y="3119"/>
                  </a:lnTo>
                  <a:cubicBezTo>
                    <a:pt x="3098" y="3140"/>
                    <a:pt x="3077" y="3161"/>
                    <a:pt x="3067" y="3182"/>
                  </a:cubicBezTo>
                  <a:cubicBezTo>
                    <a:pt x="3045" y="3193"/>
                    <a:pt x="3034" y="3214"/>
                    <a:pt x="3013" y="3235"/>
                  </a:cubicBezTo>
                  <a:lnTo>
                    <a:pt x="2971" y="3277"/>
                  </a:lnTo>
                  <a:cubicBezTo>
                    <a:pt x="2960" y="3299"/>
                    <a:pt x="2939" y="3310"/>
                    <a:pt x="2928" y="3331"/>
                  </a:cubicBezTo>
                  <a:lnTo>
                    <a:pt x="2886" y="3373"/>
                  </a:lnTo>
                  <a:lnTo>
                    <a:pt x="2791" y="3468"/>
                  </a:lnTo>
                  <a:lnTo>
                    <a:pt x="2695" y="3564"/>
                  </a:lnTo>
                  <a:cubicBezTo>
                    <a:pt x="2674" y="3585"/>
                    <a:pt x="2674" y="3596"/>
                    <a:pt x="2663" y="3607"/>
                  </a:cubicBezTo>
                  <a:cubicBezTo>
                    <a:pt x="2652" y="3617"/>
                    <a:pt x="2642" y="3617"/>
                    <a:pt x="2631" y="3628"/>
                  </a:cubicBezTo>
                  <a:cubicBezTo>
                    <a:pt x="2600" y="3659"/>
                    <a:pt x="2579" y="3681"/>
                    <a:pt x="2546" y="3702"/>
                  </a:cubicBezTo>
                  <a:lnTo>
                    <a:pt x="2546" y="3713"/>
                  </a:lnTo>
                  <a:cubicBezTo>
                    <a:pt x="2546" y="3692"/>
                    <a:pt x="2536" y="3681"/>
                    <a:pt x="2536" y="3670"/>
                  </a:cubicBezTo>
                  <a:cubicBezTo>
                    <a:pt x="2536" y="3670"/>
                    <a:pt x="2525" y="3659"/>
                    <a:pt x="2525" y="3649"/>
                  </a:cubicBezTo>
                  <a:lnTo>
                    <a:pt x="2525" y="3638"/>
                  </a:lnTo>
                  <a:cubicBezTo>
                    <a:pt x="2515" y="3617"/>
                    <a:pt x="2515" y="3607"/>
                    <a:pt x="2515" y="3596"/>
                  </a:cubicBezTo>
                  <a:cubicBezTo>
                    <a:pt x="2504" y="3585"/>
                    <a:pt x="2504" y="3574"/>
                    <a:pt x="2504" y="3553"/>
                  </a:cubicBezTo>
                  <a:cubicBezTo>
                    <a:pt x="2504" y="3553"/>
                    <a:pt x="2504" y="3543"/>
                    <a:pt x="2494" y="3532"/>
                  </a:cubicBezTo>
                  <a:lnTo>
                    <a:pt x="2494" y="3511"/>
                  </a:lnTo>
                  <a:lnTo>
                    <a:pt x="2494" y="3468"/>
                  </a:lnTo>
                  <a:lnTo>
                    <a:pt x="2483" y="3458"/>
                  </a:lnTo>
                  <a:lnTo>
                    <a:pt x="2483" y="3437"/>
                  </a:lnTo>
                  <a:lnTo>
                    <a:pt x="2483" y="3362"/>
                  </a:lnTo>
                  <a:lnTo>
                    <a:pt x="2483" y="3277"/>
                  </a:lnTo>
                  <a:lnTo>
                    <a:pt x="2483" y="3246"/>
                  </a:lnTo>
                  <a:lnTo>
                    <a:pt x="2483" y="3204"/>
                  </a:lnTo>
                  <a:lnTo>
                    <a:pt x="2483" y="3129"/>
                  </a:lnTo>
                  <a:cubicBezTo>
                    <a:pt x="2483" y="3098"/>
                    <a:pt x="2494" y="3076"/>
                    <a:pt x="2494" y="3044"/>
                  </a:cubicBezTo>
                  <a:cubicBezTo>
                    <a:pt x="2494" y="3023"/>
                    <a:pt x="2504" y="2991"/>
                    <a:pt x="2504" y="2970"/>
                  </a:cubicBezTo>
                  <a:cubicBezTo>
                    <a:pt x="2525" y="2864"/>
                    <a:pt x="2546" y="2758"/>
                    <a:pt x="2589" y="2652"/>
                  </a:cubicBezTo>
                  <a:cubicBezTo>
                    <a:pt x="2621" y="2546"/>
                    <a:pt x="2674" y="2440"/>
                    <a:pt x="2727" y="2344"/>
                  </a:cubicBezTo>
                  <a:cubicBezTo>
                    <a:pt x="2780" y="2238"/>
                    <a:pt x="2843" y="2143"/>
                    <a:pt x="2918" y="2058"/>
                  </a:cubicBezTo>
                  <a:cubicBezTo>
                    <a:pt x="2992" y="1962"/>
                    <a:pt x="3077" y="1877"/>
                    <a:pt x="3162" y="1792"/>
                  </a:cubicBezTo>
                  <a:cubicBezTo>
                    <a:pt x="3246" y="1719"/>
                    <a:pt x="3331" y="1644"/>
                    <a:pt x="3437" y="1580"/>
                  </a:cubicBezTo>
                  <a:cubicBezTo>
                    <a:pt x="3543" y="1506"/>
                    <a:pt x="3650" y="1443"/>
                    <a:pt x="3767" y="1379"/>
                  </a:cubicBezTo>
                  <a:cubicBezTo>
                    <a:pt x="3788" y="1368"/>
                    <a:pt x="3798" y="1358"/>
                    <a:pt x="3819" y="1347"/>
                  </a:cubicBezTo>
                  <a:close/>
                  <a:moveTo>
                    <a:pt x="8295" y="3681"/>
                  </a:moveTo>
                  <a:lnTo>
                    <a:pt x="8455" y="3840"/>
                  </a:lnTo>
                  <a:lnTo>
                    <a:pt x="8455" y="3840"/>
                  </a:lnTo>
                  <a:cubicBezTo>
                    <a:pt x="8397" y="3787"/>
                    <a:pt x="8342" y="3734"/>
                    <a:pt x="8295" y="3681"/>
                  </a:cubicBezTo>
                  <a:close/>
                  <a:moveTo>
                    <a:pt x="10173" y="3288"/>
                  </a:moveTo>
                  <a:cubicBezTo>
                    <a:pt x="10184" y="3299"/>
                    <a:pt x="10184" y="3320"/>
                    <a:pt x="10184" y="3341"/>
                  </a:cubicBezTo>
                  <a:cubicBezTo>
                    <a:pt x="10195" y="3384"/>
                    <a:pt x="10195" y="3437"/>
                    <a:pt x="10195" y="3490"/>
                  </a:cubicBezTo>
                  <a:cubicBezTo>
                    <a:pt x="10195" y="3543"/>
                    <a:pt x="10195" y="3596"/>
                    <a:pt x="10184" y="3649"/>
                  </a:cubicBezTo>
                  <a:cubicBezTo>
                    <a:pt x="10162" y="3755"/>
                    <a:pt x="10120" y="3871"/>
                    <a:pt x="10046" y="3978"/>
                  </a:cubicBezTo>
                  <a:cubicBezTo>
                    <a:pt x="9971" y="4084"/>
                    <a:pt x="9855" y="4158"/>
                    <a:pt x="9728" y="4211"/>
                  </a:cubicBezTo>
                  <a:cubicBezTo>
                    <a:pt x="9664" y="4232"/>
                    <a:pt x="9601" y="4253"/>
                    <a:pt x="9526" y="4253"/>
                  </a:cubicBezTo>
                  <a:cubicBezTo>
                    <a:pt x="9495" y="4264"/>
                    <a:pt x="9452" y="4264"/>
                    <a:pt x="9410" y="4264"/>
                  </a:cubicBezTo>
                  <a:lnTo>
                    <a:pt x="9314" y="4264"/>
                  </a:lnTo>
                  <a:cubicBezTo>
                    <a:pt x="9240" y="4253"/>
                    <a:pt x="9176" y="4243"/>
                    <a:pt x="9102" y="4222"/>
                  </a:cubicBezTo>
                  <a:cubicBezTo>
                    <a:pt x="9038" y="4201"/>
                    <a:pt x="8974" y="4179"/>
                    <a:pt x="8911" y="4147"/>
                  </a:cubicBezTo>
                  <a:cubicBezTo>
                    <a:pt x="8783" y="4095"/>
                    <a:pt x="8667" y="4020"/>
                    <a:pt x="8561" y="3935"/>
                  </a:cubicBezTo>
                  <a:cubicBezTo>
                    <a:pt x="8536" y="3913"/>
                    <a:pt x="8511" y="3891"/>
                    <a:pt x="8487" y="3869"/>
                  </a:cubicBezTo>
                  <a:lnTo>
                    <a:pt x="8487" y="3869"/>
                  </a:lnTo>
                  <a:cubicBezTo>
                    <a:pt x="8557" y="3920"/>
                    <a:pt x="8628" y="3980"/>
                    <a:pt x="8699" y="4031"/>
                  </a:cubicBezTo>
                  <a:lnTo>
                    <a:pt x="8731" y="4041"/>
                  </a:lnTo>
                  <a:lnTo>
                    <a:pt x="8762" y="4062"/>
                  </a:lnTo>
                  <a:cubicBezTo>
                    <a:pt x="8773" y="4073"/>
                    <a:pt x="8794" y="4084"/>
                    <a:pt x="8816" y="4095"/>
                  </a:cubicBezTo>
                  <a:lnTo>
                    <a:pt x="8943" y="4158"/>
                  </a:lnTo>
                  <a:cubicBezTo>
                    <a:pt x="9091" y="4222"/>
                    <a:pt x="9250" y="4253"/>
                    <a:pt x="9410" y="4253"/>
                  </a:cubicBezTo>
                  <a:lnTo>
                    <a:pt x="9473" y="4253"/>
                  </a:lnTo>
                  <a:cubicBezTo>
                    <a:pt x="9558" y="4253"/>
                    <a:pt x="9643" y="4232"/>
                    <a:pt x="9728" y="4201"/>
                  </a:cubicBezTo>
                  <a:cubicBezTo>
                    <a:pt x="9813" y="4168"/>
                    <a:pt x="9887" y="4126"/>
                    <a:pt x="9950" y="4062"/>
                  </a:cubicBezTo>
                  <a:cubicBezTo>
                    <a:pt x="10014" y="4010"/>
                    <a:pt x="10067" y="3935"/>
                    <a:pt x="10110" y="3850"/>
                  </a:cubicBezTo>
                  <a:cubicBezTo>
                    <a:pt x="10141" y="3776"/>
                    <a:pt x="10173" y="3681"/>
                    <a:pt x="10173" y="3596"/>
                  </a:cubicBezTo>
                  <a:cubicBezTo>
                    <a:pt x="10184" y="3490"/>
                    <a:pt x="10184" y="3395"/>
                    <a:pt x="10162" y="3288"/>
                  </a:cubicBezTo>
                  <a:close/>
                  <a:moveTo>
                    <a:pt x="2737" y="0"/>
                  </a:moveTo>
                  <a:cubicBezTo>
                    <a:pt x="2579" y="0"/>
                    <a:pt x="2398" y="32"/>
                    <a:pt x="2260" y="64"/>
                  </a:cubicBezTo>
                  <a:lnTo>
                    <a:pt x="2303" y="42"/>
                  </a:lnTo>
                  <a:lnTo>
                    <a:pt x="2303" y="42"/>
                  </a:lnTo>
                  <a:cubicBezTo>
                    <a:pt x="2299" y="43"/>
                    <a:pt x="2296" y="43"/>
                    <a:pt x="2292" y="43"/>
                  </a:cubicBezTo>
                  <a:cubicBezTo>
                    <a:pt x="2271" y="43"/>
                    <a:pt x="2260" y="53"/>
                    <a:pt x="2239" y="53"/>
                  </a:cubicBezTo>
                  <a:cubicBezTo>
                    <a:pt x="2228" y="64"/>
                    <a:pt x="2207" y="64"/>
                    <a:pt x="2197" y="64"/>
                  </a:cubicBezTo>
                  <a:cubicBezTo>
                    <a:pt x="2176" y="74"/>
                    <a:pt x="2154" y="74"/>
                    <a:pt x="2143" y="85"/>
                  </a:cubicBezTo>
                  <a:cubicBezTo>
                    <a:pt x="2069" y="106"/>
                    <a:pt x="2006" y="127"/>
                    <a:pt x="1963" y="138"/>
                  </a:cubicBezTo>
                  <a:cubicBezTo>
                    <a:pt x="1921" y="159"/>
                    <a:pt x="1900" y="170"/>
                    <a:pt x="1889" y="170"/>
                  </a:cubicBezTo>
                  <a:lnTo>
                    <a:pt x="1910" y="149"/>
                  </a:lnTo>
                  <a:cubicBezTo>
                    <a:pt x="1931" y="138"/>
                    <a:pt x="1952" y="116"/>
                    <a:pt x="1942" y="116"/>
                  </a:cubicBezTo>
                  <a:cubicBezTo>
                    <a:pt x="1931" y="116"/>
                    <a:pt x="1900" y="127"/>
                    <a:pt x="1825" y="149"/>
                  </a:cubicBezTo>
                  <a:cubicBezTo>
                    <a:pt x="1454" y="307"/>
                    <a:pt x="1104" y="541"/>
                    <a:pt x="807" y="838"/>
                  </a:cubicBezTo>
                  <a:cubicBezTo>
                    <a:pt x="521" y="1135"/>
                    <a:pt x="298" y="1485"/>
                    <a:pt x="139" y="1856"/>
                  </a:cubicBezTo>
                  <a:cubicBezTo>
                    <a:pt x="128" y="1877"/>
                    <a:pt x="128" y="1910"/>
                    <a:pt x="107" y="1962"/>
                  </a:cubicBezTo>
                  <a:cubicBezTo>
                    <a:pt x="64" y="2068"/>
                    <a:pt x="33" y="2185"/>
                    <a:pt x="1" y="2302"/>
                  </a:cubicBezTo>
                  <a:cubicBezTo>
                    <a:pt x="1" y="2376"/>
                    <a:pt x="22" y="2355"/>
                    <a:pt x="22" y="2397"/>
                  </a:cubicBezTo>
                  <a:cubicBezTo>
                    <a:pt x="33" y="2408"/>
                    <a:pt x="33" y="2440"/>
                    <a:pt x="33" y="2482"/>
                  </a:cubicBezTo>
                  <a:lnTo>
                    <a:pt x="33" y="2556"/>
                  </a:lnTo>
                  <a:lnTo>
                    <a:pt x="33" y="2641"/>
                  </a:lnTo>
                  <a:cubicBezTo>
                    <a:pt x="43" y="2726"/>
                    <a:pt x="43" y="2801"/>
                    <a:pt x="64" y="2801"/>
                  </a:cubicBezTo>
                  <a:cubicBezTo>
                    <a:pt x="64" y="2801"/>
                    <a:pt x="75" y="2801"/>
                    <a:pt x="75" y="2789"/>
                  </a:cubicBezTo>
                  <a:cubicBezTo>
                    <a:pt x="86" y="2779"/>
                    <a:pt x="86" y="2768"/>
                    <a:pt x="86" y="2747"/>
                  </a:cubicBezTo>
                  <a:cubicBezTo>
                    <a:pt x="97" y="2726"/>
                    <a:pt x="97" y="2694"/>
                    <a:pt x="107" y="2662"/>
                  </a:cubicBezTo>
                  <a:cubicBezTo>
                    <a:pt x="118" y="2641"/>
                    <a:pt x="118" y="2620"/>
                    <a:pt x="118" y="2599"/>
                  </a:cubicBezTo>
                  <a:cubicBezTo>
                    <a:pt x="128" y="2577"/>
                    <a:pt x="128" y="2556"/>
                    <a:pt x="139" y="2535"/>
                  </a:cubicBezTo>
                  <a:cubicBezTo>
                    <a:pt x="149" y="2492"/>
                    <a:pt x="160" y="2450"/>
                    <a:pt x="181" y="2397"/>
                  </a:cubicBezTo>
                  <a:cubicBezTo>
                    <a:pt x="203" y="2302"/>
                    <a:pt x="245" y="2195"/>
                    <a:pt x="287" y="2100"/>
                  </a:cubicBezTo>
                  <a:lnTo>
                    <a:pt x="404" y="1867"/>
                  </a:lnTo>
                  <a:lnTo>
                    <a:pt x="415" y="1856"/>
                  </a:lnTo>
                  <a:cubicBezTo>
                    <a:pt x="425" y="1856"/>
                    <a:pt x="415" y="1867"/>
                    <a:pt x="415" y="1898"/>
                  </a:cubicBezTo>
                  <a:cubicBezTo>
                    <a:pt x="404" y="1920"/>
                    <a:pt x="394" y="1941"/>
                    <a:pt x="394" y="1962"/>
                  </a:cubicBezTo>
                  <a:cubicBezTo>
                    <a:pt x="383" y="1983"/>
                    <a:pt x="383" y="2005"/>
                    <a:pt x="372" y="2026"/>
                  </a:cubicBezTo>
                  <a:lnTo>
                    <a:pt x="404" y="1962"/>
                  </a:lnTo>
                  <a:cubicBezTo>
                    <a:pt x="415" y="1941"/>
                    <a:pt x="425" y="1931"/>
                    <a:pt x="425" y="1910"/>
                  </a:cubicBezTo>
                  <a:cubicBezTo>
                    <a:pt x="446" y="1877"/>
                    <a:pt x="457" y="1846"/>
                    <a:pt x="478" y="1825"/>
                  </a:cubicBezTo>
                  <a:cubicBezTo>
                    <a:pt x="500" y="1782"/>
                    <a:pt x="521" y="1750"/>
                    <a:pt x="531" y="1740"/>
                  </a:cubicBezTo>
                  <a:cubicBezTo>
                    <a:pt x="531" y="1740"/>
                    <a:pt x="531" y="1729"/>
                    <a:pt x="542" y="1729"/>
                  </a:cubicBezTo>
                  <a:lnTo>
                    <a:pt x="510" y="1825"/>
                  </a:lnTo>
                  <a:cubicBezTo>
                    <a:pt x="531" y="1782"/>
                    <a:pt x="552" y="1740"/>
                    <a:pt x="573" y="1719"/>
                  </a:cubicBezTo>
                  <a:cubicBezTo>
                    <a:pt x="584" y="1686"/>
                    <a:pt x="595" y="1665"/>
                    <a:pt x="595" y="1665"/>
                  </a:cubicBezTo>
                  <a:lnTo>
                    <a:pt x="595" y="1665"/>
                  </a:lnTo>
                  <a:cubicBezTo>
                    <a:pt x="595" y="1676"/>
                    <a:pt x="584" y="1697"/>
                    <a:pt x="584" y="1719"/>
                  </a:cubicBezTo>
                  <a:cubicBezTo>
                    <a:pt x="573" y="1740"/>
                    <a:pt x="573" y="1761"/>
                    <a:pt x="573" y="1761"/>
                  </a:cubicBezTo>
                  <a:cubicBezTo>
                    <a:pt x="691" y="1559"/>
                    <a:pt x="839" y="1368"/>
                    <a:pt x="1009" y="1198"/>
                  </a:cubicBezTo>
                  <a:cubicBezTo>
                    <a:pt x="1167" y="1019"/>
                    <a:pt x="1358" y="870"/>
                    <a:pt x="1560" y="743"/>
                  </a:cubicBezTo>
                  <a:cubicBezTo>
                    <a:pt x="1666" y="679"/>
                    <a:pt x="1772" y="615"/>
                    <a:pt x="1879" y="562"/>
                  </a:cubicBezTo>
                  <a:cubicBezTo>
                    <a:pt x="1985" y="509"/>
                    <a:pt x="2091" y="467"/>
                    <a:pt x="2197" y="435"/>
                  </a:cubicBezTo>
                  <a:cubicBezTo>
                    <a:pt x="2388" y="371"/>
                    <a:pt x="2579" y="340"/>
                    <a:pt x="2759" y="340"/>
                  </a:cubicBezTo>
                  <a:lnTo>
                    <a:pt x="2833" y="340"/>
                  </a:lnTo>
                  <a:cubicBezTo>
                    <a:pt x="2928" y="340"/>
                    <a:pt x="3034" y="361"/>
                    <a:pt x="3140" y="403"/>
                  </a:cubicBezTo>
                  <a:cubicBezTo>
                    <a:pt x="3194" y="425"/>
                    <a:pt x="3246" y="446"/>
                    <a:pt x="3300" y="477"/>
                  </a:cubicBezTo>
                  <a:cubicBezTo>
                    <a:pt x="3310" y="477"/>
                    <a:pt x="3321" y="488"/>
                    <a:pt x="3331" y="498"/>
                  </a:cubicBezTo>
                  <a:cubicBezTo>
                    <a:pt x="3342" y="509"/>
                    <a:pt x="3353" y="509"/>
                    <a:pt x="3364" y="520"/>
                  </a:cubicBezTo>
                  <a:cubicBezTo>
                    <a:pt x="3374" y="531"/>
                    <a:pt x="3385" y="541"/>
                    <a:pt x="3395" y="541"/>
                  </a:cubicBezTo>
                  <a:cubicBezTo>
                    <a:pt x="3406" y="552"/>
                    <a:pt x="3416" y="562"/>
                    <a:pt x="3427" y="562"/>
                  </a:cubicBezTo>
                  <a:cubicBezTo>
                    <a:pt x="3459" y="594"/>
                    <a:pt x="3512" y="658"/>
                    <a:pt x="3554" y="722"/>
                  </a:cubicBezTo>
                  <a:cubicBezTo>
                    <a:pt x="3565" y="732"/>
                    <a:pt x="3576" y="753"/>
                    <a:pt x="3586" y="764"/>
                  </a:cubicBezTo>
                  <a:cubicBezTo>
                    <a:pt x="3586" y="785"/>
                    <a:pt x="3597" y="795"/>
                    <a:pt x="3607" y="806"/>
                  </a:cubicBezTo>
                  <a:cubicBezTo>
                    <a:pt x="3618" y="838"/>
                    <a:pt x="3639" y="859"/>
                    <a:pt x="3639" y="880"/>
                  </a:cubicBezTo>
                  <a:cubicBezTo>
                    <a:pt x="3650" y="901"/>
                    <a:pt x="3661" y="912"/>
                    <a:pt x="3671" y="923"/>
                  </a:cubicBezTo>
                  <a:cubicBezTo>
                    <a:pt x="3671" y="934"/>
                    <a:pt x="3682" y="944"/>
                    <a:pt x="3682" y="944"/>
                  </a:cubicBezTo>
                  <a:cubicBezTo>
                    <a:pt x="3692" y="955"/>
                    <a:pt x="3692" y="965"/>
                    <a:pt x="3703" y="965"/>
                  </a:cubicBezTo>
                  <a:cubicBezTo>
                    <a:pt x="3703" y="976"/>
                    <a:pt x="3713" y="976"/>
                    <a:pt x="3713" y="986"/>
                  </a:cubicBezTo>
                  <a:cubicBezTo>
                    <a:pt x="3724" y="997"/>
                    <a:pt x="3745" y="1007"/>
                    <a:pt x="3756" y="1029"/>
                  </a:cubicBezTo>
                  <a:cubicBezTo>
                    <a:pt x="3777" y="1082"/>
                    <a:pt x="3788" y="1146"/>
                    <a:pt x="3798" y="1209"/>
                  </a:cubicBezTo>
                  <a:cubicBezTo>
                    <a:pt x="3798" y="1209"/>
                    <a:pt x="3788" y="1209"/>
                    <a:pt x="3788" y="1220"/>
                  </a:cubicBezTo>
                  <a:cubicBezTo>
                    <a:pt x="3767" y="1231"/>
                    <a:pt x="3734" y="1241"/>
                    <a:pt x="3713" y="1252"/>
                  </a:cubicBezTo>
                  <a:lnTo>
                    <a:pt x="3682" y="1273"/>
                  </a:lnTo>
                  <a:cubicBezTo>
                    <a:pt x="3671" y="1273"/>
                    <a:pt x="3650" y="1283"/>
                    <a:pt x="3639" y="1283"/>
                  </a:cubicBezTo>
                  <a:cubicBezTo>
                    <a:pt x="3618" y="1304"/>
                    <a:pt x="3597" y="1316"/>
                    <a:pt x="3576" y="1326"/>
                  </a:cubicBezTo>
                  <a:cubicBezTo>
                    <a:pt x="3554" y="1337"/>
                    <a:pt x="3522" y="1347"/>
                    <a:pt x="3501" y="1368"/>
                  </a:cubicBezTo>
                  <a:cubicBezTo>
                    <a:pt x="3480" y="1379"/>
                    <a:pt x="3459" y="1389"/>
                    <a:pt x="3437" y="1411"/>
                  </a:cubicBezTo>
                  <a:cubicBezTo>
                    <a:pt x="3416" y="1422"/>
                    <a:pt x="3395" y="1432"/>
                    <a:pt x="3364" y="1453"/>
                  </a:cubicBezTo>
                  <a:cubicBezTo>
                    <a:pt x="3321" y="1485"/>
                    <a:pt x="3279" y="1506"/>
                    <a:pt x="3236" y="1538"/>
                  </a:cubicBezTo>
                  <a:cubicBezTo>
                    <a:pt x="3194" y="1570"/>
                    <a:pt x="3151" y="1601"/>
                    <a:pt x="3109" y="1644"/>
                  </a:cubicBezTo>
                  <a:cubicBezTo>
                    <a:pt x="3088" y="1655"/>
                    <a:pt x="3077" y="1676"/>
                    <a:pt x="3056" y="1697"/>
                  </a:cubicBezTo>
                  <a:lnTo>
                    <a:pt x="3024" y="1719"/>
                  </a:lnTo>
                  <a:lnTo>
                    <a:pt x="2992" y="1750"/>
                  </a:lnTo>
                  <a:cubicBezTo>
                    <a:pt x="2907" y="1825"/>
                    <a:pt x="2833" y="1898"/>
                    <a:pt x="2759" y="1983"/>
                  </a:cubicBezTo>
                  <a:cubicBezTo>
                    <a:pt x="2674" y="2111"/>
                    <a:pt x="2589" y="2249"/>
                    <a:pt x="2525" y="2397"/>
                  </a:cubicBezTo>
                  <a:cubicBezTo>
                    <a:pt x="2451" y="2546"/>
                    <a:pt x="2398" y="2705"/>
                    <a:pt x="2366" y="2874"/>
                  </a:cubicBezTo>
                  <a:cubicBezTo>
                    <a:pt x="2334" y="3044"/>
                    <a:pt x="2313" y="3225"/>
                    <a:pt x="2324" y="3405"/>
                  </a:cubicBezTo>
                  <a:cubicBezTo>
                    <a:pt x="2324" y="3426"/>
                    <a:pt x="2324" y="3447"/>
                    <a:pt x="2334" y="3468"/>
                  </a:cubicBezTo>
                  <a:lnTo>
                    <a:pt x="2334" y="3532"/>
                  </a:lnTo>
                  <a:lnTo>
                    <a:pt x="2345" y="3574"/>
                  </a:lnTo>
                  <a:cubicBezTo>
                    <a:pt x="2345" y="3585"/>
                    <a:pt x="2345" y="3607"/>
                    <a:pt x="2355" y="3617"/>
                  </a:cubicBezTo>
                  <a:lnTo>
                    <a:pt x="2366" y="3702"/>
                  </a:lnTo>
                  <a:cubicBezTo>
                    <a:pt x="2366" y="3713"/>
                    <a:pt x="2377" y="3723"/>
                    <a:pt x="2377" y="3734"/>
                  </a:cubicBezTo>
                  <a:lnTo>
                    <a:pt x="2388" y="3776"/>
                  </a:lnTo>
                  <a:lnTo>
                    <a:pt x="2409" y="3861"/>
                  </a:lnTo>
                  <a:cubicBezTo>
                    <a:pt x="2419" y="3882"/>
                    <a:pt x="2430" y="3914"/>
                    <a:pt x="2440" y="3935"/>
                  </a:cubicBezTo>
                  <a:lnTo>
                    <a:pt x="2451" y="3978"/>
                  </a:lnTo>
                  <a:lnTo>
                    <a:pt x="2462" y="3999"/>
                  </a:lnTo>
                  <a:lnTo>
                    <a:pt x="2473" y="3999"/>
                  </a:lnTo>
                  <a:cubicBezTo>
                    <a:pt x="2525" y="3946"/>
                    <a:pt x="2589" y="3893"/>
                    <a:pt x="2652" y="3840"/>
                  </a:cubicBezTo>
                  <a:cubicBezTo>
                    <a:pt x="2685" y="3808"/>
                    <a:pt x="2716" y="3776"/>
                    <a:pt x="2748" y="3755"/>
                  </a:cubicBezTo>
                  <a:cubicBezTo>
                    <a:pt x="2780" y="3723"/>
                    <a:pt x="2801" y="3702"/>
                    <a:pt x="2833" y="3681"/>
                  </a:cubicBezTo>
                  <a:cubicBezTo>
                    <a:pt x="2928" y="3596"/>
                    <a:pt x="3013" y="3511"/>
                    <a:pt x="3109" y="3416"/>
                  </a:cubicBezTo>
                  <a:cubicBezTo>
                    <a:pt x="3194" y="3331"/>
                    <a:pt x="3279" y="3235"/>
                    <a:pt x="3364" y="3150"/>
                  </a:cubicBezTo>
                  <a:cubicBezTo>
                    <a:pt x="3385" y="3119"/>
                    <a:pt x="3406" y="3098"/>
                    <a:pt x="3416" y="3076"/>
                  </a:cubicBezTo>
                  <a:lnTo>
                    <a:pt x="3448" y="3044"/>
                  </a:lnTo>
                  <a:cubicBezTo>
                    <a:pt x="3459" y="3034"/>
                    <a:pt x="3470" y="3023"/>
                    <a:pt x="3480" y="3002"/>
                  </a:cubicBezTo>
                  <a:cubicBezTo>
                    <a:pt x="3501" y="2980"/>
                    <a:pt x="3512" y="2959"/>
                    <a:pt x="3533" y="2938"/>
                  </a:cubicBezTo>
                  <a:cubicBezTo>
                    <a:pt x="3554" y="2907"/>
                    <a:pt x="3565" y="2885"/>
                    <a:pt x="3586" y="2864"/>
                  </a:cubicBezTo>
                  <a:cubicBezTo>
                    <a:pt x="3597" y="2853"/>
                    <a:pt x="3607" y="2832"/>
                    <a:pt x="3618" y="2822"/>
                  </a:cubicBezTo>
                  <a:cubicBezTo>
                    <a:pt x="3628" y="2811"/>
                    <a:pt x="3639" y="2789"/>
                    <a:pt x="3639" y="2779"/>
                  </a:cubicBezTo>
                  <a:cubicBezTo>
                    <a:pt x="3661" y="2747"/>
                    <a:pt x="3682" y="2726"/>
                    <a:pt x="3703" y="2694"/>
                  </a:cubicBezTo>
                  <a:cubicBezTo>
                    <a:pt x="3713" y="2673"/>
                    <a:pt x="3734" y="2641"/>
                    <a:pt x="3745" y="2610"/>
                  </a:cubicBezTo>
                  <a:cubicBezTo>
                    <a:pt x="3756" y="2599"/>
                    <a:pt x="3767" y="2588"/>
                    <a:pt x="3767" y="2577"/>
                  </a:cubicBezTo>
                  <a:cubicBezTo>
                    <a:pt x="3777" y="2556"/>
                    <a:pt x="3788" y="2546"/>
                    <a:pt x="3788" y="2535"/>
                  </a:cubicBezTo>
                  <a:cubicBezTo>
                    <a:pt x="3809" y="2504"/>
                    <a:pt x="3819" y="2482"/>
                    <a:pt x="3830" y="2450"/>
                  </a:cubicBezTo>
                  <a:cubicBezTo>
                    <a:pt x="3851" y="2429"/>
                    <a:pt x="3862" y="2397"/>
                    <a:pt x="3873" y="2376"/>
                  </a:cubicBezTo>
                  <a:cubicBezTo>
                    <a:pt x="3873" y="2365"/>
                    <a:pt x="3883" y="2344"/>
                    <a:pt x="3894" y="2334"/>
                  </a:cubicBezTo>
                  <a:lnTo>
                    <a:pt x="3894" y="2313"/>
                  </a:lnTo>
                  <a:lnTo>
                    <a:pt x="3904" y="2302"/>
                  </a:lnTo>
                  <a:cubicBezTo>
                    <a:pt x="3915" y="2270"/>
                    <a:pt x="3925" y="2249"/>
                    <a:pt x="3936" y="2217"/>
                  </a:cubicBezTo>
                  <a:cubicBezTo>
                    <a:pt x="3979" y="2122"/>
                    <a:pt x="4010" y="2016"/>
                    <a:pt x="4031" y="1920"/>
                  </a:cubicBezTo>
                  <a:cubicBezTo>
                    <a:pt x="4053" y="1825"/>
                    <a:pt x="4064" y="1729"/>
                    <a:pt x="4064" y="1634"/>
                  </a:cubicBezTo>
                  <a:cubicBezTo>
                    <a:pt x="4074" y="1506"/>
                    <a:pt x="4074" y="1379"/>
                    <a:pt x="4053" y="1252"/>
                  </a:cubicBezTo>
                  <a:cubicBezTo>
                    <a:pt x="4074" y="1241"/>
                    <a:pt x="4095" y="1241"/>
                    <a:pt x="4116" y="1231"/>
                  </a:cubicBezTo>
                  <a:cubicBezTo>
                    <a:pt x="4233" y="1188"/>
                    <a:pt x="4350" y="1156"/>
                    <a:pt x="4477" y="1146"/>
                  </a:cubicBezTo>
                  <a:cubicBezTo>
                    <a:pt x="4562" y="1125"/>
                    <a:pt x="4647" y="1125"/>
                    <a:pt x="4743" y="1125"/>
                  </a:cubicBezTo>
                  <a:lnTo>
                    <a:pt x="4849" y="1125"/>
                  </a:lnTo>
                  <a:cubicBezTo>
                    <a:pt x="4986" y="1135"/>
                    <a:pt x="5113" y="1156"/>
                    <a:pt x="5230" y="1209"/>
                  </a:cubicBezTo>
                  <a:cubicBezTo>
                    <a:pt x="5209" y="1220"/>
                    <a:pt x="5198" y="1231"/>
                    <a:pt x="5177" y="1241"/>
                  </a:cubicBezTo>
                  <a:cubicBezTo>
                    <a:pt x="5146" y="1273"/>
                    <a:pt x="5103" y="1304"/>
                    <a:pt x="5071" y="1337"/>
                  </a:cubicBezTo>
                  <a:cubicBezTo>
                    <a:pt x="5040" y="1368"/>
                    <a:pt x="5007" y="1400"/>
                    <a:pt x="4976" y="1443"/>
                  </a:cubicBezTo>
                  <a:cubicBezTo>
                    <a:pt x="4965" y="1453"/>
                    <a:pt x="4955" y="1474"/>
                    <a:pt x="4933" y="1495"/>
                  </a:cubicBezTo>
                  <a:cubicBezTo>
                    <a:pt x="4922" y="1517"/>
                    <a:pt x="4912" y="1528"/>
                    <a:pt x="4901" y="1549"/>
                  </a:cubicBezTo>
                  <a:cubicBezTo>
                    <a:pt x="4880" y="1591"/>
                    <a:pt x="4859" y="1634"/>
                    <a:pt x="4849" y="1676"/>
                  </a:cubicBezTo>
                  <a:lnTo>
                    <a:pt x="4838" y="1697"/>
                  </a:lnTo>
                  <a:cubicBezTo>
                    <a:pt x="4838" y="1708"/>
                    <a:pt x="4827" y="1729"/>
                    <a:pt x="4827" y="1740"/>
                  </a:cubicBezTo>
                  <a:cubicBezTo>
                    <a:pt x="4816" y="1761"/>
                    <a:pt x="4816" y="1782"/>
                    <a:pt x="4816" y="1803"/>
                  </a:cubicBezTo>
                  <a:cubicBezTo>
                    <a:pt x="4806" y="1846"/>
                    <a:pt x="4806" y="1888"/>
                    <a:pt x="4806" y="1941"/>
                  </a:cubicBezTo>
                  <a:cubicBezTo>
                    <a:pt x="4806" y="1962"/>
                    <a:pt x="4816" y="1983"/>
                    <a:pt x="4816" y="2005"/>
                  </a:cubicBezTo>
                  <a:cubicBezTo>
                    <a:pt x="4827" y="2026"/>
                    <a:pt x="4827" y="2047"/>
                    <a:pt x="4838" y="2068"/>
                  </a:cubicBezTo>
                  <a:cubicBezTo>
                    <a:pt x="4849" y="2122"/>
                    <a:pt x="4870" y="2164"/>
                    <a:pt x="4901" y="2207"/>
                  </a:cubicBezTo>
                  <a:cubicBezTo>
                    <a:pt x="4922" y="2249"/>
                    <a:pt x="4955" y="2291"/>
                    <a:pt x="4997" y="2334"/>
                  </a:cubicBezTo>
                  <a:cubicBezTo>
                    <a:pt x="5040" y="2365"/>
                    <a:pt x="5092" y="2397"/>
                    <a:pt x="5156" y="2419"/>
                  </a:cubicBezTo>
                  <a:cubicBezTo>
                    <a:pt x="5198" y="2429"/>
                    <a:pt x="5252" y="2440"/>
                    <a:pt x="5294" y="2440"/>
                  </a:cubicBezTo>
                  <a:cubicBezTo>
                    <a:pt x="5379" y="2440"/>
                    <a:pt x="5453" y="2419"/>
                    <a:pt x="5527" y="2386"/>
                  </a:cubicBezTo>
                  <a:cubicBezTo>
                    <a:pt x="5538" y="2376"/>
                    <a:pt x="5549" y="2376"/>
                    <a:pt x="5570" y="2365"/>
                  </a:cubicBezTo>
                  <a:cubicBezTo>
                    <a:pt x="5580" y="2355"/>
                    <a:pt x="5591" y="2355"/>
                    <a:pt x="5601" y="2344"/>
                  </a:cubicBezTo>
                  <a:lnTo>
                    <a:pt x="5612" y="2334"/>
                  </a:lnTo>
                  <a:cubicBezTo>
                    <a:pt x="5622" y="2334"/>
                    <a:pt x="5622" y="2323"/>
                    <a:pt x="5634" y="2323"/>
                  </a:cubicBezTo>
                  <a:cubicBezTo>
                    <a:pt x="5634" y="2313"/>
                    <a:pt x="5644" y="2313"/>
                    <a:pt x="5644" y="2313"/>
                  </a:cubicBezTo>
                  <a:cubicBezTo>
                    <a:pt x="5655" y="2302"/>
                    <a:pt x="5665" y="2302"/>
                    <a:pt x="5665" y="2291"/>
                  </a:cubicBezTo>
                  <a:lnTo>
                    <a:pt x="5686" y="2270"/>
                  </a:lnTo>
                  <a:cubicBezTo>
                    <a:pt x="5697" y="2270"/>
                    <a:pt x="5697" y="2259"/>
                    <a:pt x="5707" y="2249"/>
                  </a:cubicBezTo>
                  <a:cubicBezTo>
                    <a:pt x="5718" y="2238"/>
                    <a:pt x="5729" y="2228"/>
                    <a:pt x="5740" y="2207"/>
                  </a:cubicBezTo>
                  <a:cubicBezTo>
                    <a:pt x="5750" y="2195"/>
                    <a:pt x="5750" y="2185"/>
                    <a:pt x="5761" y="2185"/>
                  </a:cubicBezTo>
                  <a:cubicBezTo>
                    <a:pt x="5771" y="2174"/>
                    <a:pt x="5771" y="2164"/>
                    <a:pt x="5782" y="2153"/>
                  </a:cubicBezTo>
                  <a:cubicBezTo>
                    <a:pt x="5824" y="2079"/>
                    <a:pt x="5846" y="1983"/>
                    <a:pt x="5856" y="1877"/>
                  </a:cubicBezTo>
                  <a:cubicBezTo>
                    <a:pt x="5856" y="1825"/>
                    <a:pt x="5856" y="1771"/>
                    <a:pt x="5846" y="1729"/>
                  </a:cubicBezTo>
                  <a:cubicBezTo>
                    <a:pt x="5835" y="1676"/>
                    <a:pt x="5824" y="1623"/>
                    <a:pt x="5803" y="1580"/>
                  </a:cubicBezTo>
                  <a:cubicBezTo>
                    <a:pt x="5782" y="1528"/>
                    <a:pt x="5761" y="1485"/>
                    <a:pt x="5740" y="1443"/>
                  </a:cubicBezTo>
                  <a:cubicBezTo>
                    <a:pt x="5729" y="1432"/>
                    <a:pt x="5729" y="1422"/>
                    <a:pt x="5718" y="1411"/>
                  </a:cubicBezTo>
                  <a:cubicBezTo>
                    <a:pt x="5707" y="1400"/>
                    <a:pt x="5707" y="1389"/>
                    <a:pt x="5697" y="1379"/>
                  </a:cubicBezTo>
                  <a:cubicBezTo>
                    <a:pt x="5686" y="1368"/>
                    <a:pt x="5676" y="1358"/>
                    <a:pt x="5676" y="1347"/>
                  </a:cubicBezTo>
                  <a:lnTo>
                    <a:pt x="5655" y="1326"/>
                  </a:lnTo>
                  <a:lnTo>
                    <a:pt x="5570" y="1241"/>
                  </a:lnTo>
                  <a:cubicBezTo>
                    <a:pt x="5601" y="1220"/>
                    <a:pt x="5634" y="1209"/>
                    <a:pt x="5665" y="1198"/>
                  </a:cubicBezTo>
                  <a:cubicBezTo>
                    <a:pt x="5729" y="1177"/>
                    <a:pt x="5803" y="1167"/>
                    <a:pt x="5877" y="1146"/>
                  </a:cubicBezTo>
                  <a:cubicBezTo>
                    <a:pt x="5941" y="1146"/>
                    <a:pt x="6004" y="1135"/>
                    <a:pt x="6068" y="1135"/>
                  </a:cubicBezTo>
                  <a:lnTo>
                    <a:pt x="6079" y="1135"/>
                  </a:lnTo>
                  <a:cubicBezTo>
                    <a:pt x="6216" y="1135"/>
                    <a:pt x="6355" y="1167"/>
                    <a:pt x="6482" y="1231"/>
                  </a:cubicBezTo>
                  <a:cubicBezTo>
                    <a:pt x="6513" y="1241"/>
                    <a:pt x="6535" y="1262"/>
                    <a:pt x="6567" y="1273"/>
                  </a:cubicBezTo>
                  <a:cubicBezTo>
                    <a:pt x="6598" y="1294"/>
                    <a:pt x="6620" y="1316"/>
                    <a:pt x="6641" y="1337"/>
                  </a:cubicBezTo>
                  <a:cubicBezTo>
                    <a:pt x="6694" y="1379"/>
                    <a:pt x="6737" y="1432"/>
                    <a:pt x="6779" y="1485"/>
                  </a:cubicBezTo>
                  <a:cubicBezTo>
                    <a:pt x="6853" y="1591"/>
                    <a:pt x="6906" y="1719"/>
                    <a:pt x="6928" y="1856"/>
                  </a:cubicBezTo>
                  <a:cubicBezTo>
                    <a:pt x="6959" y="1994"/>
                    <a:pt x="6959" y="2132"/>
                    <a:pt x="6938" y="2270"/>
                  </a:cubicBezTo>
                  <a:cubicBezTo>
                    <a:pt x="6917" y="2365"/>
                    <a:pt x="6895" y="2461"/>
                    <a:pt x="6864" y="2556"/>
                  </a:cubicBezTo>
                  <a:lnTo>
                    <a:pt x="6843" y="2546"/>
                  </a:lnTo>
                  <a:lnTo>
                    <a:pt x="6779" y="2546"/>
                  </a:lnTo>
                  <a:cubicBezTo>
                    <a:pt x="6758" y="2535"/>
                    <a:pt x="6747" y="2535"/>
                    <a:pt x="6726" y="2535"/>
                  </a:cubicBezTo>
                  <a:cubicBezTo>
                    <a:pt x="6704" y="2535"/>
                    <a:pt x="6683" y="2535"/>
                    <a:pt x="6662" y="2525"/>
                  </a:cubicBezTo>
                  <a:lnTo>
                    <a:pt x="6609" y="2525"/>
                  </a:lnTo>
                  <a:cubicBezTo>
                    <a:pt x="6588" y="2525"/>
                    <a:pt x="6567" y="2535"/>
                    <a:pt x="6546" y="2535"/>
                  </a:cubicBezTo>
                  <a:lnTo>
                    <a:pt x="6492" y="2535"/>
                  </a:lnTo>
                  <a:cubicBezTo>
                    <a:pt x="6471" y="2535"/>
                    <a:pt x="6450" y="2546"/>
                    <a:pt x="6429" y="2546"/>
                  </a:cubicBezTo>
                  <a:cubicBezTo>
                    <a:pt x="6355" y="2567"/>
                    <a:pt x="6280" y="2599"/>
                    <a:pt x="6206" y="2631"/>
                  </a:cubicBezTo>
                  <a:cubicBezTo>
                    <a:pt x="6079" y="2705"/>
                    <a:pt x="5962" y="2811"/>
                    <a:pt x="5888" y="2928"/>
                  </a:cubicBezTo>
                  <a:cubicBezTo>
                    <a:pt x="5846" y="2980"/>
                    <a:pt x="5813" y="3044"/>
                    <a:pt x="5792" y="3108"/>
                  </a:cubicBezTo>
                  <a:cubicBezTo>
                    <a:pt x="5782" y="3129"/>
                    <a:pt x="5782" y="3140"/>
                    <a:pt x="5771" y="3161"/>
                  </a:cubicBezTo>
                  <a:cubicBezTo>
                    <a:pt x="5771" y="3171"/>
                    <a:pt x="5771" y="3193"/>
                    <a:pt x="5761" y="3204"/>
                  </a:cubicBezTo>
                  <a:lnTo>
                    <a:pt x="5761" y="3256"/>
                  </a:lnTo>
                  <a:cubicBezTo>
                    <a:pt x="5750" y="3277"/>
                    <a:pt x="5750" y="3299"/>
                    <a:pt x="5750" y="3320"/>
                  </a:cubicBezTo>
                  <a:cubicBezTo>
                    <a:pt x="5750" y="3373"/>
                    <a:pt x="5761" y="3437"/>
                    <a:pt x="5771" y="3501"/>
                  </a:cubicBezTo>
                  <a:cubicBezTo>
                    <a:pt x="5771" y="3511"/>
                    <a:pt x="5782" y="3511"/>
                    <a:pt x="5782" y="3522"/>
                  </a:cubicBezTo>
                  <a:cubicBezTo>
                    <a:pt x="5782" y="3532"/>
                    <a:pt x="5782" y="3543"/>
                    <a:pt x="5792" y="3543"/>
                  </a:cubicBezTo>
                  <a:cubicBezTo>
                    <a:pt x="5792" y="3564"/>
                    <a:pt x="5803" y="3585"/>
                    <a:pt x="5813" y="3596"/>
                  </a:cubicBezTo>
                  <a:cubicBezTo>
                    <a:pt x="5813" y="3617"/>
                    <a:pt x="5824" y="3638"/>
                    <a:pt x="5835" y="3649"/>
                  </a:cubicBezTo>
                  <a:cubicBezTo>
                    <a:pt x="5835" y="3659"/>
                    <a:pt x="5846" y="3670"/>
                    <a:pt x="5846" y="3681"/>
                  </a:cubicBezTo>
                  <a:lnTo>
                    <a:pt x="5856" y="3692"/>
                  </a:lnTo>
                  <a:lnTo>
                    <a:pt x="5867" y="3692"/>
                  </a:lnTo>
                  <a:lnTo>
                    <a:pt x="5962" y="3659"/>
                  </a:lnTo>
                  <a:lnTo>
                    <a:pt x="6058" y="3628"/>
                  </a:lnTo>
                  <a:cubicBezTo>
                    <a:pt x="6100" y="3617"/>
                    <a:pt x="6132" y="3596"/>
                    <a:pt x="6164" y="3585"/>
                  </a:cubicBezTo>
                  <a:lnTo>
                    <a:pt x="6185" y="3585"/>
                  </a:lnTo>
                  <a:lnTo>
                    <a:pt x="6185" y="3574"/>
                  </a:lnTo>
                  <a:lnTo>
                    <a:pt x="6195" y="3574"/>
                  </a:lnTo>
                  <a:lnTo>
                    <a:pt x="6216" y="3564"/>
                  </a:lnTo>
                  <a:lnTo>
                    <a:pt x="6249" y="3553"/>
                  </a:lnTo>
                  <a:cubicBezTo>
                    <a:pt x="6355" y="3501"/>
                    <a:pt x="6450" y="3447"/>
                    <a:pt x="6525" y="3384"/>
                  </a:cubicBezTo>
                  <a:cubicBezTo>
                    <a:pt x="6546" y="3373"/>
                    <a:pt x="6567" y="3352"/>
                    <a:pt x="6588" y="3341"/>
                  </a:cubicBezTo>
                  <a:cubicBezTo>
                    <a:pt x="6609" y="3331"/>
                    <a:pt x="6620" y="3310"/>
                    <a:pt x="6641" y="3299"/>
                  </a:cubicBezTo>
                  <a:lnTo>
                    <a:pt x="6662" y="3277"/>
                  </a:lnTo>
                  <a:cubicBezTo>
                    <a:pt x="6673" y="3267"/>
                    <a:pt x="6683" y="3267"/>
                    <a:pt x="6683" y="3256"/>
                  </a:cubicBezTo>
                  <a:cubicBezTo>
                    <a:pt x="6704" y="3246"/>
                    <a:pt x="6715" y="3235"/>
                    <a:pt x="6726" y="3225"/>
                  </a:cubicBezTo>
                  <a:cubicBezTo>
                    <a:pt x="6779" y="3171"/>
                    <a:pt x="6800" y="3140"/>
                    <a:pt x="6810" y="3119"/>
                  </a:cubicBezTo>
                  <a:cubicBezTo>
                    <a:pt x="6822" y="3098"/>
                    <a:pt x="6843" y="3065"/>
                    <a:pt x="6843" y="3044"/>
                  </a:cubicBezTo>
                  <a:cubicBezTo>
                    <a:pt x="6853" y="3023"/>
                    <a:pt x="6864" y="3013"/>
                    <a:pt x="6874" y="3002"/>
                  </a:cubicBezTo>
                  <a:cubicBezTo>
                    <a:pt x="6885" y="2970"/>
                    <a:pt x="6895" y="2949"/>
                    <a:pt x="6928" y="2917"/>
                  </a:cubicBezTo>
                  <a:cubicBezTo>
                    <a:pt x="6938" y="2896"/>
                    <a:pt x="6949" y="2874"/>
                    <a:pt x="6970" y="2843"/>
                  </a:cubicBezTo>
                  <a:cubicBezTo>
                    <a:pt x="6980" y="2832"/>
                    <a:pt x="6991" y="2811"/>
                    <a:pt x="7012" y="2779"/>
                  </a:cubicBezTo>
                  <a:cubicBezTo>
                    <a:pt x="7129" y="2822"/>
                    <a:pt x="7235" y="2885"/>
                    <a:pt x="7341" y="2959"/>
                  </a:cubicBezTo>
                  <a:cubicBezTo>
                    <a:pt x="7447" y="3034"/>
                    <a:pt x="7543" y="3108"/>
                    <a:pt x="7638" y="3204"/>
                  </a:cubicBezTo>
                  <a:cubicBezTo>
                    <a:pt x="7734" y="3288"/>
                    <a:pt x="7829" y="3384"/>
                    <a:pt x="7925" y="3490"/>
                  </a:cubicBezTo>
                  <a:cubicBezTo>
                    <a:pt x="8062" y="3628"/>
                    <a:pt x="8200" y="3776"/>
                    <a:pt x="8349" y="3914"/>
                  </a:cubicBezTo>
                  <a:cubicBezTo>
                    <a:pt x="8497" y="4052"/>
                    <a:pt x="8667" y="4168"/>
                    <a:pt x="8858" y="4253"/>
                  </a:cubicBezTo>
                  <a:cubicBezTo>
                    <a:pt x="8953" y="4296"/>
                    <a:pt x="9059" y="4328"/>
                    <a:pt x="9155" y="4349"/>
                  </a:cubicBezTo>
                  <a:cubicBezTo>
                    <a:pt x="9240" y="4370"/>
                    <a:pt x="9314" y="4370"/>
                    <a:pt x="9399" y="4370"/>
                  </a:cubicBezTo>
                  <a:lnTo>
                    <a:pt x="9473" y="4370"/>
                  </a:lnTo>
                  <a:cubicBezTo>
                    <a:pt x="9579" y="4370"/>
                    <a:pt x="9685" y="4349"/>
                    <a:pt x="9781" y="4307"/>
                  </a:cubicBezTo>
                  <a:cubicBezTo>
                    <a:pt x="9887" y="4264"/>
                    <a:pt x="9982" y="4201"/>
                    <a:pt x="10056" y="4126"/>
                  </a:cubicBezTo>
                  <a:cubicBezTo>
                    <a:pt x="10089" y="4084"/>
                    <a:pt x="10131" y="4041"/>
                    <a:pt x="10152" y="3999"/>
                  </a:cubicBezTo>
                  <a:cubicBezTo>
                    <a:pt x="10184" y="3956"/>
                    <a:pt x="10205" y="3904"/>
                    <a:pt x="10226" y="3850"/>
                  </a:cubicBezTo>
                  <a:cubicBezTo>
                    <a:pt x="10268" y="3755"/>
                    <a:pt x="10290" y="3649"/>
                    <a:pt x="10290" y="3543"/>
                  </a:cubicBezTo>
                  <a:lnTo>
                    <a:pt x="10290" y="3384"/>
                  </a:lnTo>
                  <a:cubicBezTo>
                    <a:pt x="10279" y="3352"/>
                    <a:pt x="10279" y="3310"/>
                    <a:pt x="10268" y="3277"/>
                  </a:cubicBezTo>
                  <a:cubicBezTo>
                    <a:pt x="10449" y="3256"/>
                    <a:pt x="10629" y="3235"/>
                    <a:pt x="10799" y="3214"/>
                  </a:cubicBezTo>
                  <a:cubicBezTo>
                    <a:pt x="11149" y="3171"/>
                    <a:pt x="11489" y="3140"/>
                    <a:pt x="11817" y="3098"/>
                  </a:cubicBezTo>
                  <a:cubicBezTo>
                    <a:pt x="12486" y="3023"/>
                    <a:pt x="13122" y="2959"/>
                    <a:pt x="13716" y="2885"/>
                  </a:cubicBezTo>
                  <a:cubicBezTo>
                    <a:pt x="14013" y="2853"/>
                    <a:pt x="14299" y="2822"/>
                    <a:pt x="14575" y="2789"/>
                  </a:cubicBezTo>
                  <a:cubicBezTo>
                    <a:pt x="14713" y="2779"/>
                    <a:pt x="14841" y="2768"/>
                    <a:pt x="14968" y="2758"/>
                  </a:cubicBezTo>
                  <a:lnTo>
                    <a:pt x="15105" y="2758"/>
                  </a:lnTo>
                  <a:cubicBezTo>
                    <a:pt x="15190" y="2758"/>
                    <a:pt x="15265" y="2758"/>
                    <a:pt x="15339" y="2768"/>
                  </a:cubicBezTo>
                  <a:cubicBezTo>
                    <a:pt x="15371" y="2768"/>
                    <a:pt x="15402" y="2779"/>
                    <a:pt x="15435" y="2779"/>
                  </a:cubicBezTo>
                  <a:cubicBezTo>
                    <a:pt x="15445" y="2779"/>
                    <a:pt x="15456" y="2789"/>
                    <a:pt x="15477" y="2789"/>
                  </a:cubicBezTo>
                  <a:lnTo>
                    <a:pt x="15498" y="2789"/>
                  </a:lnTo>
                  <a:lnTo>
                    <a:pt x="15508" y="2801"/>
                  </a:lnTo>
                  <a:cubicBezTo>
                    <a:pt x="15530" y="2801"/>
                    <a:pt x="15541" y="2811"/>
                    <a:pt x="15551" y="2811"/>
                  </a:cubicBezTo>
                  <a:cubicBezTo>
                    <a:pt x="15572" y="2811"/>
                    <a:pt x="15583" y="2822"/>
                    <a:pt x="15593" y="2822"/>
                  </a:cubicBezTo>
                  <a:lnTo>
                    <a:pt x="15614" y="2832"/>
                  </a:lnTo>
                  <a:lnTo>
                    <a:pt x="15636" y="2832"/>
                  </a:lnTo>
                  <a:cubicBezTo>
                    <a:pt x="15647" y="2843"/>
                    <a:pt x="15657" y="2843"/>
                    <a:pt x="15668" y="2853"/>
                  </a:cubicBezTo>
                  <a:cubicBezTo>
                    <a:pt x="15774" y="2896"/>
                    <a:pt x="15859" y="2949"/>
                    <a:pt x="15933" y="3023"/>
                  </a:cubicBezTo>
                  <a:cubicBezTo>
                    <a:pt x="16007" y="3086"/>
                    <a:pt x="16060" y="3171"/>
                    <a:pt x="16102" y="3246"/>
                  </a:cubicBezTo>
                  <a:cubicBezTo>
                    <a:pt x="16102" y="3256"/>
                    <a:pt x="16113" y="3267"/>
                    <a:pt x="16113" y="3277"/>
                  </a:cubicBezTo>
                  <a:cubicBezTo>
                    <a:pt x="16124" y="3288"/>
                    <a:pt x="16124" y="3299"/>
                    <a:pt x="16124" y="3310"/>
                  </a:cubicBezTo>
                  <a:lnTo>
                    <a:pt x="16135" y="3331"/>
                  </a:lnTo>
                  <a:lnTo>
                    <a:pt x="16135" y="3341"/>
                  </a:lnTo>
                  <a:lnTo>
                    <a:pt x="16145" y="3352"/>
                  </a:lnTo>
                  <a:lnTo>
                    <a:pt x="16145" y="3384"/>
                  </a:lnTo>
                  <a:lnTo>
                    <a:pt x="16145" y="3426"/>
                  </a:lnTo>
                  <a:cubicBezTo>
                    <a:pt x="16145" y="3447"/>
                    <a:pt x="16156" y="3468"/>
                    <a:pt x="16156" y="3490"/>
                  </a:cubicBezTo>
                  <a:lnTo>
                    <a:pt x="16156" y="3532"/>
                  </a:lnTo>
                  <a:lnTo>
                    <a:pt x="16156" y="3564"/>
                  </a:lnTo>
                  <a:lnTo>
                    <a:pt x="16156" y="3638"/>
                  </a:lnTo>
                  <a:lnTo>
                    <a:pt x="16156" y="3702"/>
                  </a:lnTo>
                  <a:lnTo>
                    <a:pt x="16187" y="3702"/>
                  </a:lnTo>
                  <a:cubicBezTo>
                    <a:pt x="16198" y="3702"/>
                    <a:pt x="16208" y="3692"/>
                    <a:pt x="16230" y="3681"/>
                  </a:cubicBezTo>
                  <a:cubicBezTo>
                    <a:pt x="16262" y="3670"/>
                    <a:pt x="16283" y="3659"/>
                    <a:pt x="16315" y="3649"/>
                  </a:cubicBezTo>
                  <a:cubicBezTo>
                    <a:pt x="16378" y="3617"/>
                    <a:pt x="16432" y="3596"/>
                    <a:pt x="16495" y="3564"/>
                  </a:cubicBezTo>
                  <a:cubicBezTo>
                    <a:pt x="16580" y="3532"/>
                    <a:pt x="16654" y="3490"/>
                    <a:pt x="16739" y="3458"/>
                  </a:cubicBezTo>
                  <a:cubicBezTo>
                    <a:pt x="16866" y="3405"/>
                    <a:pt x="16993" y="3341"/>
                    <a:pt x="17111" y="3299"/>
                  </a:cubicBezTo>
                  <a:cubicBezTo>
                    <a:pt x="17333" y="3193"/>
                    <a:pt x="17524" y="3108"/>
                    <a:pt x="17672" y="3044"/>
                  </a:cubicBezTo>
                  <a:lnTo>
                    <a:pt x="18160" y="2801"/>
                  </a:lnTo>
                  <a:lnTo>
                    <a:pt x="18160" y="2801"/>
                  </a:lnTo>
                  <a:cubicBezTo>
                    <a:pt x="17969" y="2874"/>
                    <a:pt x="17705" y="2991"/>
                    <a:pt x="17386" y="3129"/>
                  </a:cubicBezTo>
                  <a:cubicBezTo>
                    <a:pt x="17227" y="3204"/>
                    <a:pt x="17047" y="3277"/>
                    <a:pt x="16866" y="3352"/>
                  </a:cubicBezTo>
                  <a:lnTo>
                    <a:pt x="16580" y="3479"/>
                  </a:lnTo>
                  <a:cubicBezTo>
                    <a:pt x="16517" y="3511"/>
                    <a:pt x="16453" y="3532"/>
                    <a:pt x="16389" y="3564"/>
                  </a:cubicBezTo>
                  <a:cubicBezTo>
                    <a:pt x="16347" y="3585"/>
                    <a:pt x="16315" y="3596"/>
                    <a:pt x="16283" y="3617"/>
                  </a:cubicBezTo>
                  <a:cubicBezTo>
                    <a:pt x="16262" y="3617"/>
                    <a:pt x="16251" y="3628"/>
                    <a:pt x="16230" y="3638"/>
                  </a:cubicBezTo>
                  <a:lnTo>
                    <a:pt x="16208" y="3638"/>
                  </a:lnTo>
                  <a:lnTo>
                    <a:pt x="16198" y="3628"/>
                  </a:lnTo>
                  <a:lnTo>
                    <a:pt x="16198" y="3574"/>
                  </a:lnTo>
                  <a:lnTo>
                    <a:pt x="16198" y="3511"/>
                  </a:lnTo>
                  <a:cubicBezTo>
                    <a:pt x="16198" y="3458"/>
                    <a:pt x="16187" y="3426"/>
                    <a:pt x="16187" y="3384"/>
                  </a:cubicBezTo>
                  <a:cubicBezTo>
                    <a:pt x="16187" y="3341"/>
                    <a:pt x="16166" y="3299"/>
                    <a:pt x="16166" y="3288"/>
                  </a:cubicBezTo>
                  <a:lnTo>
                    <a:pt x="16156" y="3246"/>
                  </a:lnTo>
                  <a:lnTo>
                    <a:pt x="16145" y="3235"/>
                  </a:lnTo>
                  <a:lnTo>
                    <a:pt x="16135" y="3214"/>
                  </a:lnTo>
                  <a:lnTo>
                    <a:pt x="16113" y="3182"/>
                  </a:lnTo>
                  <a:cubicBezTo>
                    <a:pt x="16113" y="3171"/>
                    <a:pt x="16102" y="3161"/>
                    <a:pt x="16102" y="3150"/>
                  </a:cubicBezTo>
                  <a:cubicBezTo>
                    <a:pt x="16092" y="3140"/>
                    <a:pt x="16081" y="3129"/>
                    <a:pt x="16081" y="3119"/>
                  </a:cubicBezTo>
                  <a:lnTo>
                    <a:pt x="16050" y="3086"/>
                  </a:lnTo>
                  <a:cubicBezTo>
                    <a:pt x="16050" y="3076"/>
                    <a:pt x="16039" y="3065"/>
                    <a:pt x="16029" y="3055"/>
                  </a:cubicBezTo>
                  <a:lnTo>
                    <a:pt x="16007" y="3034"/>
                  </a:lnTo>
                  <a:lnTo>
                    <a:pt x="15975" y="3002"/>
                  </a:lnTo>
                  <a:cubicBezTo>
                    <a:pt x="15965" y="2991"/>
                    <a:pt x="15954" y="2980"/>
                    <a:pt x="15944" y="2980"/>
                  </a:cubicBezTo>
                  <a:cubicBezTo>
                    <a:pt x="15869" y="2907"/>
                    <a:pt x="15774" y="2853"/>
                    <a:pt x="15678" y="2811"/>
                  </a:cubicBezTo>
                  <a:cubicBezTo>
                    <a:pt x="15657" y="2801"/>
                    <a:pt x="15626" y="2789"/>
                    <a:pt x="15604" y="2779"/>
                  </a:cubicBezTo>
                  <a:lnTo>
                    <a:pt x="15562" y="2768"/>
                  </a:lnTo>
                  <a:lnTo>
                    <a:pt x="15519" y="2758"/>
                  </a:lnTo>
                  <a:lnTo>
                    <a:pt x="15508" y="2758"/>
                  </a:lnTo>
                  <a:lnTo>
                    <a:pt x="15487" y="2747"/>
                  </a:lnTo>
                  <a:lnTo>
                    <a:pt x="15445" y="2747"/>
                  </a:lnTo>
                  <a:cubicBezTo>
                    <a:pt x="15413" y="2737"/>
                    <a:pt x="15392" y="2737"/>
                    <a:pt x="15360" y="2726"/>
                  </a:cubicBezTo>
                  <a:cubicBezTo>
                    <a:pt x="15275" y="2716"/>
                    <a:pt x="15201" y="2716"/>
                    <a:pt x="15116" y="2716"/>
                  </a:cubicBezTo>
                  <a:cubicBezTo>
                    <a:pt x="14968" y="2716"/>
                    <a:pt x="14819" y="2726"/>
                    <a:pt x="14671" y="2747"/>
                  </a:cubicBezTo>
                  <a:cubicBezTo>
                    <a:pt x="14448" y="2768"/>
                    <a:pt x="14214" y="2801"/>
                    <a:pt x="13981" y="2822"/>
                  </a:cubicBezTo>
                  <a:cubicBezTo>
                    <a:pt x="13080" y="2928"/>
                    <a:pt x="12231" y="3023"/>
                    <a:pt x="11637" y="3086"/>
                  </a:cubicBezTo>
                  <a:cubicBezTo>
                    <a:pt x="12168" y="3023"/>
                    <a:pt x="12783" y="2959"/>
                    <a:pt x="13514" y="2874"/>
                  </a:cubicBezTo>
                  <a:lnTo>
                    <a:pt x="13514" y="2874"/>
                  </a:lnTo>
                  <a:cubicBezTo>
                    <a:pt x="12602" y="2959"/>
                    <a:pt x="11732" y="3044"/>
                    <a:pt x="11107" y="3098"/>
                  </a:cubicBezTo>
                  <a:cubicBezTo>
                    <a:pt x="10873" y="3129"/>
                    <a:pt x="10640" y="3150"/>
                    <a:pt x="10417" y="3182"/>
                  </a:cubicBezTo>
                  <a:cubicBezTo>
                    <a:pt x="10364" y="3182"/>
                    <a:pt x="10311" y="3193"/>
                    <a:pt x="10258" y="3193"/>
                  </a:cubicBezTo>
                  <a:cubicBezTo>
                    <a:pt x="10247" y="3161"/>
                    <a:pt x="10237" y="3119"/>
                    <a:pt x="10226" y="3076"/>
                  </a:cubicBezTo>
                  <a:cubicBezTo>
                    <a:pt x="10216" y="3034"/>
                    <a:pt x="10205" y="2980"/>
                    <a:pt x="10184" y="2938"/>
                  </a:cubicBezTo>
                  <a:cubicBezTo>
                    <a:pt x="10152" y="2843"/>
                    <a:pt x="10120" y="2747"/>
                    <a:pt x="10078" y="2652"/>
                  </a:cubicBezTo>
                  <a:cubicBezTo>
                    <a:pt x="10067" y="2599"/>
                    <a:pt x="10046" y="2556"/>
                    <a:pt x="10025" y="2514"/>
                  </a:cubicBezTo>
                  <a:lnTo>
                    <a:pt x="9961" y="2376"/>
                  </a:lnTo>
                  <a:cubicBezTo>
                    <a:pt x="9876" y="2195"/>
                    <a:pt x="9792" y="2016"/>
                    <a:pt x="9685" y="1835"/>
                  </a:cubicBezTo>
                  <a:cubicBezTo>
                    <a:pt x="9632" y="1750"/>
                    <a:pt x="9568" y="1676"/>
                    <a:pt x="9495" y="1601"/>
                  </a:cubicBezTo>
                  <a:cubicBezTo>
                    <a:pt x="9431" y="1528"/>
                    <a:pt x="9346" y="1453"/>
                    <a:pt x="9261" y="1400"/>
                  </a:cubicBezTo>
                  <a:cubicBezTo>
                    <a:pt x="9176" y="1347"/>
                    <a:pt x="9080" y="1304"/>
                    <a:pt x="8985" y="1273"/>
                  </a:cubicBezTo>
                  <a:cubicBezTo>
                    <a:pt x="8911" y="1252"/>
                    <a:pt x="8826" y="1241"/>
                    <a:pt x="8752" y="1241"/>
                  </a:cubicBezTo>
                  <a:lnTo>
                    <a:pt x="8667" y="1241"/>
                  </a:lnTo>
                  <a:lnTo>
                    <a:pt x="8635" y="1252"/>
                  </a:lnTo>
                  <a:lnTo>
                    <a:pt x="8593" y="1252"/>
                  </a:lnTo>
                  <a:lnTo>
                    <a:pt x="8561" y="1262"/>
                  </a:lnTo>
                  <a:cubicBezTo>
                    <a:pt x="8540" y="1273"/>
                    <a:pt x="8529" y="1273"/>
                    <a:pt x="8519" y="1273"/>
                  </a:cubicBezTo>
                  <a:cubicBezTo>
                    <a:pt x="8465" y="1294"/>
                    <a:pt x="8423" y="1316"/>
                    <a:pt x="8370" y="1347"/>
                  </a:cubicBezTo>
                  <a:cubicBezTo>
                    <a:pt x="8328" y="1368"/>
                    <a:pt x="8285" y="1400"/>
                    <a:pt x="8253" y="1443"/>
                  </a:cubicBezTo>
                  <a:cubicBezTo>
                    <a:pt x="8211" y="1474"/>
                    <a:pt x="8179" y="1517"/>
                    <a:pt x="8147" y="1559"/>
                  </a:cubicBezTo>
                  <a:cubicBezTo>
                    <a:pt x="8094" y="1644"/>
                    <a:pt x="8052" y="1740"/>
                    <a:pt x="8020" y="1835"/>
                  </a:cubicBezTo>
                  <a:cubicBezTo>
                    <a:pt x="7988" y="1931"/>
                    <a:pt x="7977" y="2037"/>
                    <a:pt x="7977" y="2132"/>
                  </a:cubicBezTo>
                  <a:cubicBezTo>
                    <a:pt x="7988" y="2238"/>
                    <a:pt x="7998" y="2334"/>
                    <a:pt x="8041" y="2429"/>
                  </a:cubicBezTo>
                  <a:cubicBezTo>
                    <a:pt x="8073" y="2525"/>
                    <a:pt x="8126" y="2620"/>
                    <a:pt x="8179" y="2694"/>
                  </a:cubicBezTo>
                  <a:cubicBezTo>
                    <a:pt x="8243" y="2779"/>
                    <a:pt x="8307" y="2853"/>
                    <a:pt x="8380" y="2917"/>
                  </a:cubicBezTo>
                  <a:cubicBezTo>
                    <a:pt x="8455" y="2980"/>
                    <a:pt x="8540" y="3034"/>
                    <a:pt x="8625" y="3076"/>
                  </a:cubicBezTo>
                  <a:cubicBezTo>
                    <a:pt x="8710" y="3129"/>
                    <a:pt x="8794" y="3161"/>
                    <a:pt x="8890" y="3193"/>
                  </a:cubicBezTo>
                  <a:cubicBezTo>
                    <a:pt x="8985" y="3225"/>
                    <a:pt x="9070" y="3256"/>
                    <a:pt x="9165" y="3267"/>
                  </a:cubicBezTo>
                  <a:cubicBezTo>
                    <a:pt x="9261" y="3288"/>
                    <a:pt x="9356" y="3299"/>
                    <a:pt x="9452" y="3310"/>
                  </a:cubicBezTo>
                  <a:lnTo>
                    <a:pt x="9728" y="3310"/>
                  </a:lnTo>
                  <a:cubicBezTo>
                    <a:pt x="9844" y="3310"/>
                    <a:pt x="9961" y="3299"/>
                    <a:pt x="10078" y="3288"/>
                  </a:cubicBezTo>
                  <a:cubicBezTo>
                    <a:pt x="10099" y="3426"/>
                    <a:pt x="10099" y="3553"/>
                    <a:pt x="10078" y="3649"/>
                  </a:cubicBezTo>
                  <a:cubicBezTo>
                    <a:pt x="10056" y="3755"/>
                    <a:pt x="10025" y="3850"/>
                    <a:pt x="9971" y="3914"/>
                  </a:cubicBezTo>
                  <a:cubicBezTo>
                    <a:pt x="9950" y="3946"/>
                    <a:pt x="9929" y="3967"/>
                    <a:pt x="9898" y="3989"/>
                  </a:cubicBezTo>
                  <a:lnTo>
                    <a:pt x="9898" y="3999"/>
                  </a:lnTo>
                  <a:lnTo>
                    <a:pt x="9887" y="4010"/>
                  </a:lnTo>
                  <a:cubicBezTo>
                    <a:pt x="9876" y="4010"/>
                    <a:pt x="9876" y="4020"/>
                    <a:pt x="9865" y="4020"/>
                  </a:cubicBezTo>
                  <a:lnTo>
                    <a:pt x="9834" y="4052"/>
                  </a:lnTo>
                  <a:cubicBezTo>
                    <a:pt x="9707" y="4137"/>
                    <a:pt x="9547" y="4179"/>
                    <a:pt x="9388" y="4179"/>
                  </a:cubicBezTo>
                  <a:lnTo>
                    <a:pt x="9367" y="4179"/>
                  </a:lnTo>
                  <a:cubicBezTo>
                    <a:pt x="9187" y="4168"/>
                    <a:pt x="9017" y="4126"/>
                    <a:pt x="8858" y="4052"/>
                  </a:cubicBezTo>
                  <a:lnTo>
                    <a:pt x="8826" y="4031"/>
                  </a:lnTo>
                  <a:lnTo>
                    <a:pt x="8794" y="4020"/>
                  </a:lnTo>
                  <a:cubicBezTo>
                    <a:pt x="8783" y="4010"/>
                    <a:pt x="8762" y="3999"/>
                    <a:pt x="8741" y="3978"/>
                  </a:cubicBezTo>
                  <a:lnTo>
                    <a:pt x="8677" y="3946"/>
                  </a:lnTo>
                  <a:cubicBezTo>
                    <a:pt x="8656" y="3935"/>
                    <a:pt x="8646" y="3914"/>
                    <a:pt x="8625" y="3904"/>
                  </a:cubicBezTo>
                  <a:cubicBezTo>
                    <a:pt x="8550" y="3850"/>
                    <a:pt x="8476" y="3787"/>
                    <a:pt x="8402" y="3713"/>
                  </a:cubicBezTo>
                  <a:cubicBezTo>
                    <a:pt x="8253" y="3585"/>
                    <a:pt x="8116" y="3426"/>
                    <a:pt x="7956" y="3267"/>
                  </a:cubicBezTo>
                  <a:cubicBezTo>
                    <a:pt x="7903" y="3214"/>
                    <a:pt x="7861" y="3161"/>
                    <a:pt x="7808" y="3108"/>
                  </a:cubicBezTo>
                  <a:lnTo>
                    <a:pt x="7734" y="3034"/>
                  </a:lnTo>
                  <a:lnTo>
                    <a:pt x="7701" y="3002"/>
                  </a:lnTo>
                  <a:cubicBezTo>
                    <a:pt x="7680" y="2991"/>
                    <a:pt x="7670" y="2980"/>
                    <a:pt x="7659" y="2970"/>
                  </a:cubicBezTo>
                  <a:cubicBezTo>
                    <a:pt x="7564" y="2885"/>
                    <a:pt x="7458" y="2811"/>
                    <a:pt x="7362" y="2747"/>
                  </a:cubicBezTo>
                  <a:cubicBezTo>
                    <a:pt x="7352" y="2747"/>
                    <a:pt x="7341" y="2737"/>
                    <a:pt x="7331" y="2737"/>
                  </a:cubicBezTo>
                  <a:lnTo>
                    <a:pt x="7267" y="2705"/>
                  </a:lnTo>
                  <a:cubicBezTo>
                    <a:pt x="7256" y="2705"/>
                    <a:pt x="7246" y="2694"/>
                    <a:pt x="7235" y="2683"/>
                  </a:cubicBezTo>
                  <a:cubicBezTo>
                    <a:pt x="7225" y="2683"/>
                    <a:pt x="7214" y="2673"/>
                    <a:pt x="7203" y="2673"/>
                  </a:cubicBezTo>
                  <a:cubicBezTo>
                    <a:pt x="7192" y="2662"/>
                    <a:pt x="7171" y="2662"/>
                    <a:pt x="7161" y="2652"/>
                  </a:cubicBezTo>
                  <a:cubicBezTo>
                    <a:pt x="7150" y="2652"/>
                    <a:pt x="7129" y="2641"/>
                    <a:pt x="7119" y="2641"/>
                  </a:cubicBezTo>
                  <a:cubicBezTo>
                    <a:pt x="7107" y="2631"/>
                    <a:pt x="7097" y="2631"/>
                    <a:pt x="7086" y="2620"/>
                  </a:cubicBezTo>
                  <a:cubicBezTo>
                    <a:pt x="7086" y="2610"/>
                    <a:pt x="7097" y="2588"/>
                    <a:pt x="7097" y="2577"/>
                  </a:cubicBezTo>
                  <a:cubicBezTo>
                    <a:pt x="7129" y="2504"/>
                    <a:pt x="7150" y="2419"/>
                    <a:pt x="7171" y="2323"/>
                  </a:cubicBezTo>
                  <a:cubicBezTo>
                    <a:pt x="7171" y="2270"/>
                    <a:pt x="7182" y="2164"/>
                    <a:pt x="7171" y="2047"/>
                  </a:cubicBezTo>
                  <a:cubicBezTo>
                    <a:pt x="7171" y="1931"/>
                    <a:pt x="7140" y="1803"/>
                    <a:pt x="7119" y="1708"/>
                  </a:cubicBezTo>
                  <a:cubicBezTo>
                    <a:pt x="7076" y="1538"/>
                    <a:pt x="7001" y="1411"/>
                    <a:pt x="6928" y="1316"/>
                  </a:cubicBezTo>
                  <a:cubicBezTo>
                    <a:pt x="6885" y="1262"/>
                    <a:pt x="6843" y="1220"/>
                    <a:pt x="6789" y="1177"/>
                  </a:cubicBezTo>
                  <a:cubicBezTo>
                    <a:pt x="6747" y="1135"/>
                    <a:pt x="6704" y="1103"/>
                    <a:pt x="6652" y="1071"/>
                  </a:cubicBezTo>
                  <a:cubicBezTo>
                    <a:pt x="6546" y="1019"/>
                    <a:pt x="6429" y="976"/>
                    <a:pt x="6291" y="955"/>
                  </a:cubicBezTo>
                  <a:cubicBezTo>
                    <a:pt x="6228" y="944"/>
                    <a:pt x="6164" y="934"/>
                    <a:pt x="6089" y="934"/>
                  </a:cubicBezTo>
                  <a:lnTo>
                    <a:pt x="6068" y="934"/>
                  </a:lnTo>
                  <a:cubicBezTo>
                    <a:pt x="5994" y="934"/>
                    <a:pt x="5909" y="944"/>
                    <a:pt x="5813" y="965"/>
                  </a:cubicBezTo>
                  <a:cubicBezTo>
                    <a:pt x="5676" y="986"/>
                    <a:pt x="5559" y="1029"/>
                    <a:pt x="5453" y="1082"/>
                  </a:cubicBezTo>
                  <a:cubicBezTo>
                    <a:pt x="5432" y="1092"/>
                    <a:pt x="5400" y="1103"/>
                    <a:pt x="5379" y="1114"/>
                  </a:cubicBezTo>
                  <a:cubicBezTo>
                    <a:pt x="5347" y="1103"/>
                    <a:pt x="5325" y="1092"/>
                    <a:pt x="5304" y="1082"/>
                  </a:cubicBezTo>
                  <a:cubicBezTo>
                    <a:pt x="5283" y="1071"/>
                    <a:pt x="5262" y="1071"/>
                    <a:pt x="5252" y="1061"/>
                  </a:cubicBezTo>
                  <a:lnTo>
                    <a:pt x="5241" y="1061"/>
                  </a:lnTo>
                  <a:cubicBezTo>
                    <a:pt x="5092" y="1007"/>
                    <a:pt x="4955" y="986"/>
                    <a:pt x="4827" y="976"/>
                  </a:cubicBezTo>
                  <a:lnTo>
                    <a:pt x="4743" y="976"/>
                  </a:lnTo>
                  <a:cubicBezTo>
                    <a:pt x="4636" y="976"/>
                    <a:pt x="4541" y="986"/>
                    <a:pt x="4446" y="1007"/>
                  </a:cubicBezTo>
                  <a:cubicBezTo>
                    <a:pt x="4318" y="1019"/>
                    <a:pt x="4201" y="1050"/>
                    <a:pt x="4095" y="1092"/>
                  </a:cubicBezTo>
                  <a:cubicBezTo>
                    <a:pt x="4074" y="1092"/>
                    <a:pt x="4053" y="1103"/>
                    <a:pt x="4031" y="1114"/>
                  </a:cubicBezTo>
                  <a:cubicBezTo>
                    <a:pt x="4031" y="1092"/>
                    <a:pt x="4021" y="1071"/>
                    <a:pt x="4021" y="1050"/>
                  </a:cubicBezTo>
                  <a:cubicBezTo>
                    <a:pt x="3989" y="944"/>
                    <a:pt x="3958" y="849"/>
                    <a:pt x="3915" y="743"/>
                  </a:cubicBezTo>
                  <a:cubicBezTo>
                    <a:pt x="3862" y="637"/>
                    <a:pt x="3798" y="531"/>
                    <a:pt x="3713" y="435"/>
                  </a:cubicBezTo>
                  <a:cubicBezTo>
                    <a:pt x="3671" y="371"/>
                    <a:pt x="3618" y="329"/>
                    <a:pt x="3565" y="286"/>
                  </a:cubicBezTo>
                  <a:cubicBezTo>
                    <a:pt x="3543" y="265"/>
                    <a:pt x="3512" y="244"/>
                    <a:pt x="3491" y="223"/>
                  </a:cubicBezTo>
                  <a:cubicBezTo>
                    <a:pt x="3459" y="212"/>
                    <a:pt x="3437" y="191"/>
                    <a:pt x="3416" y="180"/>
                  </a:cubicBezTo>
                  <a:cubicBezTo>
                    <a:pt x="3385" y="159"/>
                    <a:pt x="3364" y="149"/>
                    <a:pt x="3342" y="138"/>
                  </a:cubicBezTo>
                  <a:cubicBezTo>
                    <a:pt x="3321" y="127"/>
                    <a:pt x="3310" y="127"/>
                    <a:pt x="3300" y="116"/>
                  </a:cubicBezTo>
                  <a:cubicBezTo>
                    <a:pt x="3289" y="116"/>
                    <a:pt x="3279" y="106"/>
                    <a:pt x="3268" y="106"/>
                  </a:cubicBezTo>
                  <a:cubicBezTo>
                    <a:pt x="3246" y="95"/>
                    <a:pt x="3225" y="85"/>
                    <a:pt x="3194" y="74"/>
                  </a:cubicBezTo>
                  <a:cubicBezTo>
                    <a:pt x="3173" y="64"/>
                    <a:pt x="3151" y="53"/>
                    <a:pt x="3130" y="53"/>
                  </a:cubicBezTo>
                  <a:cubicBezTo>
                    <a:pt x="3119" y="43"/>
                    <a:pt x="3109" y="43"/>
                    <a:pt x="3098" y="43"/>
                  </a:cubicBezTo>
                  <a:cubicBezTo>
                    <a:pt x="3088" y="32"/>
                    <a:pt x="3077" y="32"/>
                    <a:pt x="3056" y="32"/>
                  </a:cubicBezTo>
                  <a:cubicBezTo>
                    <a:pt x="3045" y="21"/>
                    <a:pt x="3034" y="21"/>
                    <a:pt x="3013" y="21"/>
                  </a:cubicBezTo>
                  <a:cubicBezTo>
                    <a:pt x="3003" y="21"/>
                    <a:pt x="2982" y="10"/>
                    <a:pt x="2960" y="10"/>
                  </a:cubicBezTo>
                  <a:cubicBezTo>
                    <a:pt x="2897" y="0"/>
                    <a:pt x="2833" y="0"/>
                    <a:pt x="2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8927576" y="148468"/>
              <a:ext cx="1689720" cy="362148"/>
            </a:xfrm>
            <a:custGeom>
              <a:avLst/>
              <a:gdLst/>
              <a:ahLst/>
              <a:cxnLst/>
              <a:rect l="l" t="t" r="r" b="b"/>
              <a:pathLst>
                <a:path w="11287" h="2419" extrusionOk="0">
                  <a:moveTo>
                    <a:pt x="3967" y="330"/>
                  </a:moveTo>
                  <a:cubicBezTo>
                    <a:pt x="4063" y="330"/>
                    <a:pt x="4158" y="351"/>
                    <a:pt x="4243" y="393"/>
                  </a:cubicBezTo>
                  <a:cubicBezTo>
                    <a:pt x="4264" y="404"/>
                    <a:pt x="4275" y="425"/>
                    <a:pt x="4296" y="436"/>
                  </a:cubicBezTo>
                  <a:lnTo>
                    <a:pt x="4339" y="478"/>
                  </a:lnTo>
                  <a:cubicBezTo>
                    <a:pt x="4349" y="500"/>
                    <a:pt x="4360" y="510"/>
                    <a:pt x="4370" y="531"/>
                  </a:cubicBezTo>
                  <a:cubicBezTo>
                    <a:pt x="4370" y="542"/>
                    <a:pt x="4370" y="542"/>
                    <a:pt x="4381" y="542"/>
                  </a:cubicBezTo>
                  <a:lnTo>
                    <a:pt x="4381" y="563"/>
                  </a:lnTo>
                  <a:cubicBezTo>
                    <a:pt x="4381" y="573"/>
                    <a:pt x="4392" y="584"/>
                    <a:pt x="4392" y="595"/>
                  </a:cubicBezTo>
                  <a:cubicBezTo>
                    <a:pt x="4403" y="616"/>
                    <a:pt x="4403" y="648"/>
                    <a:pt x="4403" y="669"/>
                  </a:cubicBezTo>
                  <a:cubicBezTo>
                    <a:pt x="4360" y="669"/>
                    <a:pt x="4328" y="669"/>
                    <a:pt x="4285" y="658"/>
                  </a:cubicBezTo>
                  <a:cubicBezTo>
                    <a:pt x="4233" y="658"/>
                    <a:pt x="4190" y="648"/>
                    <a:pt x="4137" y="648"/>
                  </a:cubicBezTo>
                  <a:cubicBezTo>
                    <a:pt x="4084" y="637"/>
                    <a:pt x="4031" y="637"/>
                    <a:pt x="3978" y="627"/>
                  </a:cubicBezTo>
                  <a:cubicBezTo>
                    <a:pt x="3936" y="627"/>
                    <a:pt x="3882" y="616"/>
                    <a:pt x="3840" y="606"/>
                  </a:cubicBezTo>
                  <a:cubicBezTo>
                    <a:pt x="3787" y="606"/>
                    <a:pt x="3745" y="595"/>
                    <a:pt x="3702" y="595"/>
                  </a:cubicBezTo>
                  <a:cubicBezTo>
                    <a:pt x="3681" y="584"/>
                    <a:pt x="3660" y="584"/>
                    <a:pt x="3649" y="584"/>
                  </a:cubicBezTo>
                  <a:cubicBezTo>
                    <a:pt x="3639" y="563"/>
                    <a:pt x="3639" y="552"/>
                    <a:pt x="3628" y="531"/>
                  </a:cubicBezTo>
                  <a:cubicBezTo>
                    <a:pt x="3618" y="521"/>
                    <a:pt x="3618" y="500"/>
                    <a:pt x="3607" y="478"/>
                  </a:cubicBezTo>
                  <a:cubicBezTo>
                    <a:pt x="3585" y="436"/>
                    <a:pt x="3575" y="404"/>
                    <a:pt x="3554" y="372"/>
                  </a:cubicBezTo>
                  <a:cubicBezTo>
                    <a:pt x="3564" y="372"/>
                    <a:pt x="3575" y="372"/>
                    <a:pt x="3585" y="361"/>
                  </a:cubicBezTo>
                  <a:lnTo>
                    <a:pt x="3628" y="361"/>
                  </a:lnTo>
                  <a:cubicBezTo>
                    <a:pt x="3639" y="351"/>
                    <a:pt x="3649" y="351"/>
                    <a:pt x="3660" y="351"/>
                  </a:cubicBezTo>
                  <a:cubicBezTo>
                    <a:pt x="3713" y="340"/>
                    <a:pt x="3766" y="330"/>
                    <a:pt x="3819" y="330"/>
                  </a:cubicBezTo>
                  <a:close/>
                  <a:moveTo>
                    <a:pt x="3670" y="648"/>
                  </a:moveTo>
                  <a:cubicBezTo>
                    <a:pt x="3734" y="658"/>
                    <a:pt x="3809" y="669"/>
                    <a:pt x="3882" y="679"/>
                  </a:cubicBezTo>
                  <a:cubicBezTo>
                    <a:pt x="3809" y="669"/>
                    <a:pt x="3734" y="669"/>
                    <a:pt x="3670" y="658"/>
                  </a:cubicBezTo>
                  <a:cubicBezTo>
                    <a:pt x="3670" y="648"/>
                    <a:pt x="3660" y="648"/>
                    <a:pt x="3660" y="648"/>
                  </a:cubicBezTo>
                  <a:close/>
                  <a:moveTo>
                    <a:pt x="3882" y="679"/>
                  </a:moveTo>
                  <a:lnTo>
                    <a:pt x="3882" y="679"/>
                  </a:lnTo>
                  <a:cubicBezTo>
                    <a:pt x="4052" y="701"/>
                    <a:pt x="4222" y="712"/>
                    <a:pt x="4392" y="722"/>
                  </a:cubicBezTo>
                  <a:lnTo>
                    <a:pt x="4392" y="733"/>
                  </a:lnTo>
                  <a:cubicBezTo>
                    <a:pt x="4222" y="722"/>
                    <a:pt x="4052" y="701"/>
                    <a:pt x="3882" y="679"/>
                  </a:cubicBezTo>
                  <a:close/>
                  <a:moveTo>
                    <a:pt x="3660" y="669"/>
                  </a:moveTo>
                  <a:cubicBezTo>
                    <a:pt x="3713" y="679"/>
                    <a:pt x="3776" y="690"/>
                    <a:pt x="3830" y="690"/>
                  </a:cubicBezTo>
                  <a:cubicBezTo>
                    <a:pt x="3882" y="701"/>
                    <a:pt x="3925" y="701"/>
                    <a:pt x="3978" y="712"/>
                  </a:cubicBezTo>
                  <a:lnTo>
                    <a:pt x="4127" y="722"/>
                  </a:lnTo>
                  <a:cubicBezTo>
                    <a:pt x="4212" y="733"/>
                    <a:pt x="4296" y="743"/>
                    <a:pt x="4381" y="743"/>
                  </a:cubicBezTo>
                  <a:lnTo>
                    <a:pt x="4381" y="764"/>
                  </a:lnTo>
                  <a:cubicBezTo>
                    <a:pt x="4307" y="764"/>
                    <a:pt x="4243" y="754"/>
                    <a:pt x="4169" y="743"/>
                  </a:cubicBezTo>
                  <a:cubicBezTo>
                    <a:pt x="4106" y="743"/>
                    <a:pt x="4042" y="733"/>
                    <a:pt x="3978" y="722"/>
                  </a:cubicBezTo>
                  <a:cubicBezTo>
                    <a:pt x="3904" y="722"/>
                    <a:pt x="3840" y="712"/>
                    <a:pt x="3776" y="701"/>
                  </a:cubicBezTo>
                  <a:lnTo>
                    <a:pt x="3724" y="701"/>
                  </a:lnTo>
                  <a:lnTo>
                    <a:pt x="3681" y="690"/>
                  </a:lnTo>
                  <a:lnTo>
                    <a:pt x="3660" y="690"/>
                  </a:lnTo>
                  <a:lnTo>
                    <a:pt x="3660" y="669"/>
                  </a:lnTo>
                  <a:close/>
                  <a:moveTo>
                    <a:pt x="4572" y="733"/>
                  </a:moveTo>
                  <a:cubicBezTo>
                    <a:pt x="4710" y="743"/>
                    <a:pt x="4848" y="743"/>
                    <a:pt x="4997" y="754"/>
                  </a:cubicBezTo>
                  <a:cubicBezTo>
                    <a:pt x="5219" y="754"/>
                    <a:pt x="5484" y="764"/>
                    <a:pt x="5718" y="764"/>
                  </a:cubicBezTo>
                  <a:lnTo>
                    <a:pt x="5770" y="764"/>
                  </a:lnTo>
                  <a:cubicBezTo>
                    <a:pt x="5972" y="764"/>
                    <a:pt x="6152" y="764"/>
                    <a:pt x="6343" y="775"/>
                  </a:cubicBezTo>
                  <a:lnTo>
                    <a:pt x="5739" y="775"/>
                  </a:lnTo>
                  <a:cubicBezTo>
                    <a:pt x="5346" y="775"/>
                    <a:pt x="4954" y="764"/>
                    <a:pt x="4572" y="743"/>
                  </a:cubicBezTo>
                  <a:lnTo>
                    <a:pt x="4572" y="733"/>
                  </a:lnTo>
                  <a:close/>
                  <a:moveTo>
                    <a:pt x="3670" y="775"/>
                  </a:moveTo>
                  <a:cubicBezTo>
                    <a:pt x="3766" y="785"/>
                    <a:pt x="3861" y="797"/>
                    <a:pt x="3946" y="807"/>
                  </a:cubicBezTo>
                  <a:cubicBezTo>
                    <a:pt x="4084" y="818"/>
                    <a:pt x="4212" y="828"/>
                    <a:pt x="4339" y="839"/>
                  </a:cubicBezTo>
                  <a:lnTo>
                    <a:pt x="4339" y="849"/>
                  </a:lnTo>
                  <a:cubicBezTo>
                    <a:pt x="4318" y="892"/>
                    <a:pt x="4285" y="934"/>
                    <a:pt x="4243" y="966"/>
                  </a:cubicBezTo>
                  <a:cubicBezTo>
                    <a:pt x="4212" y="998"/>
                    <a:pt x="4169" y="1030"/>
                    <a:pt x="4116" y="1051"/>
                  </a:cubicBezTo>
                  <a:cubicBezTo>
                    <a:pt x="4031" y="1104"/>
                    <a:pt x="3915" y="1136"/>
                    <a:pt x="3797" y="1157"/>
                  </a:cubicBezTo>
                  <a:cubicBezTo>
                    <a:pt x="3745" y="1167"/>
                    <a:pt x="3681" y="1167"/>
                    <a:pt x="3618" y="1178"/>
                  </a:cubicBezTo>
                  <a:lnTo>
                    <a:pt x="3564" y="1178"/>
                  </a:lnTo>
                  <a:cubicBezTo>
                    <a:pt x="3596" y="1115"/>
                    <a:pt x="3628" y="1051"/>
                    <a:pt x="3639" y="976"/>
                  </a:cubicBezTo>
                  <a:cubicBezTo>
                    <a:pt x="3649" y="934"/>
                    <a:pt x="3660" y="892"/>
                    <a:pt x="3660" y="849"/>
                  </a:cubicBezTo>
                  <a:cubicBezTo>
                    <a:pt x="3670" y="828"/>
                    <a:pt x="3670" y="807"/>
                    <a:pt x="3670" y="785"/>
                  </a:cubicBezTo>
                  <a:lnTo>
                    <a:pt x="3670" y="775"/>
                  </a:lnTo>
                  <a:close/>
                  <a:moveTo>
                    <a:pt x="3394" y="743"/>
                  </a:moveTo>
                  <a:cubicBezTo>
                    <a:pt x="3427" y="743"/>
                    <a:pt x="3458" y="754"/>
                    <a:pt x="3490" y="754"/>
                  </a:cubicBezTo>
                  <a:lnTo>
                    <a:pt x="3500" y="754"/>
                  </a:lnTo>
                  <a:lnTo>
                    <a:pt x="3500" y="828"/>
                  </a:lnTo>
                  <a:cubicBezTo>
                    <a:pt x="3500" y="913"/>
                    <a:pt x="3469" y="1009"/>
                    <a:pt x="3437" y="1104"/>
                  </a:cubicBezTo>
                  <a:cubicBezTo>
                    <a:pt x="3416" y="1136"/>
                    <a:pt x="3405" y="1167"/>
                    <a:pt x="3384" y="1200"/>
                  </a:cubicBezTo>
                  <a:lnTo>
                    <a:pt x="3352" y="1200"/>
                  </a:lnTo>
                  <a:cubicBezTo>
                    <a:pt x="3321" y="1200"/>
                    <a:pt x="3299" y="1200"/>
                    <a:pt x="3267" y="1189"/>
                  </a:cubicBezTo>
                  <a:cubicBezTo>
                    <a:pt x="3236" y="1189"/>
                    <a:pt x="3215" y="1178"/>
                    <a:pt x="3182" y="1178"/>
                  </a:cubicBezTo>
                  <a:cubicBezTo>
                    <a:pt x="3172" y="1167"/>
                    <a:pt x="3161" y="1167"/>
                    <a:pt x="3151" y="1157"/>
                  </a:cubicBezTo>
                  <a:lnTo>
                    <a:pt x="3130" y="1157"/>
                  </a:lnTo>
                  <a:lnTo>
                    <a:pt x="3119" y="1146"/>
                  </a:lnTo>
                  <a:cubicBezTo>
                    <a:pt x="3066" y="1125"/>
                    <a:pt x="3034" y="1082"/>
                    <a:pt x="3002" y="1040"/>
                  </a:cubicBezTo>
                  <a:cubicBezTo>
                    <a:pt x="2981" y="998"/>
                    <a:pt x="2970" y="955"/>
                    <a:pt x="2981" y="903"/>
                  </a:cubicBezTo>
                  <a:cubicBezTo>
                    <a:pt x="2991" y="881"/>
                    <a:pt x="3002" y="860"/>
                    <a:pt x="3013" y="849"/>
                  </a:cubicBezTo>
                  <a:cubicBezTo>
                    <a:pt x="3024" y="828"/>
                    <a:pt x="3045" y="807"/>
                    <a:pt x="3066" y="797"/>
                  </a:cubicBezTo>
                  <a:cubicBezTo>
                    <a:pt x="3108" y="775"/>
                    <a:pt x="3161" y="754"/>
                    <a:pt x="3225" y="754"/>
                  </a:cubicBezTo>
                  <a:cubicBezTo>
                    <a:pt x="3257" y="743"/>
                    <a:pt x="3288" y="743"/>
                    <a:pt x="3331" y="743"/>
                  </a:cubicBezTo>
                  <a:close/>
                  <a:moveTo>
                    <a:pt x="3776" y="1295"/>
                  </a:moveTo>
                  <a:cubicBezTo>
                    <a:pt x="3724" y="1306"/>
                    <a:pt x="3670" y="1306"/>
                    <a:pt x="3628" y="1306"/>
                  </a:cubicBezTo>
                  <a:cubicBezTo>
                    <a:pt x="3585" y="1316"/>
                    <a:pt x="3543" y="1316"/>
                    <a:pt x="3500" y="1316"/>
                  </a:cubicBezTo>
                  <a:cubicBezTo>
                    <a:pt x="3543" y="1316"/>
                    <a:pt x="3575" y="1306"/>
                    <a:pt x="3607" y="1306"/>
                  </a:cubicBezTo>
                  <a:cubicBezTo>
                    <a:pt x="3670" y="1306"/>
                    <a:pt x="3724" y="1295"/>
                    <a:pt x="3776" y="1295"/>
                  </a:cubicBezTo>
                  <a:close/>
                  <a:moveTo>
                    <a:pt x="3384" y="637"/>
                  </a:moveTo>
                  <a:cubicBezTo>
                    <a:pt x="3416" y="637"/>
                    <a:pt x="3437" y="637"/>
                    <a:pt x="3469" y="648"/>
                  </a:cubicBezTo>
                  <a:lnTo>
                    <a:pt x="3479" y="648"/>
                  </a:lnTo>
                  <a:lnTo>
                    <a:pt x="3479" y="658"/>
                  </a:lnTo>
                  <a:cubicBezTo>
                    <a:pt x="3448" y="658"/>
                    <a:pt x="3416" y="648"/>
                    <a:pt x="3373" y="648"/>
                  </a:cubicBezTo>
                  <a:lnTo>
                    <a:pt x="3203" y="648"/>
                  </a:lnTo>
                  <a:cubicBezTo>
                    <a:pt x="3172" y="658"/>
                    <a:pt x="3140" y="658"/>
                    <a:pt x="3108" y="669"/>
                  </a:cubicBezTo>
                  <a:cubicBezTo>
                    <a:pt x="3066" y="679"/>
                    <a:pt x="3034" y="701"/>
                    <a:pt x="3002" y="722"/>
                  </a:cubicBezTo>
                  <a:cubicBezTo>
                    <a:pt x="2970" y="743"/>
                    <a:pt x="2939" y="764"/>
                    <a:pt x="2918" y="807"/>
                  </a:cubicBezTo>
                  <a:cubicBezTo>
                    <a:pt x="2885" y="849"/>
                    <a:pt x="2875" y="881"/>
                    <a:pt x="2875" y="934"/>
                  </a:cubicBezTo>
                  <a:cubicBezTo>
                    <a:pt x="2875" y="976"/>
                    <a:pt x="2875" y="1019"/>
                    <a:pt x="2896" y="1061"/>
                  </a:cubicBezTo>
                  <a:cubicBezTo>
                    <a:pt x="2918" y="1104"/>
                    <a:pt x="2939" y="1136"/>
                    <a:pt x="2970" y="1167"/>
                  </a:cubicBezTo>
                  <a:cubicBezTo>
                    <a:pt x="3002" y="1200"/>
                    <a:pt x="3034" y="1231"/>
                    <a:pt x="3066" y="1252"/>
                  </a:cubicBezTo>
                  <a:cubicBezTo>
                    <a:pt x="3108" y="1273"/>
                    <a:pt x="3151" y="1284"/>
                    <a:pt x="3182" y="1295"/>
                  </a:cubicBezTo>
                  <a:cubicBezTo>
                    <a:pt x="3236" y="1306"/>
                    <a:pt x="3278" y="1316"/>
                    <a:pt x="3321" y="1316"/>
                  </a:cubicBezTo>
                  <a:lnTo>
                    <a:pt x="3310" y="1327"/>
                  </a:lnTo>
                  <a:cubicBezTo>
                    <a:pt x="3267" y="1316"/>
                    <a:pt x="3215" y="1316"/>
                    <a:pt x="3161" y="1295"/>
                  </a:cubicBezTo>
                  <a:cubicBezTo>
                    <a:pt x="3140" y="1295"/>
                    <a:pt x="3119" y="1284"/>
                    <a:pt x="3087" y="1273"/>
                  </a:cubicBezTo>
                  <a:cubicBezTo>
                    <a:pt x="3066" y="1252"/>
                    <a:pt x="3045" y="1242"/>
                    <a:pt x="3013" y="1221"/>
                  </a:cubicBezTo>
                  <a:cubicBezTo>
                    <a:pt x="2991" y="1210"/>
                    <a:pt x="2970" y="1189"/>
                    <a:pt x="2960" y="1167"/>
                  </a:cubicBezTo>
                  <a:cubicBezTo>
                    <a:pt x="2939" y="1146"/>
                    <a:pt x="2918" y="1125"/>
                    <a:pt x="2906" y="1104"/>
                  </a:cubicBezTo>
                  <a:cubicBezTo>
                    <a:pt x="2875" y="1051"/>
                    <a:pt x="2864" y="987"/>
                    <a:pt x="2864" y="934"/>
                  </a:cubicBezTo>
                  <a:cubicBezTo>
                    <a:pt x="2864" y="913"/>
                    <a:pt x="2864" y="903"/>
                    <a:pt x="2875" y="881"/>
                  </a:cubicBezTo>
                  <a:lnTo>
                    <a:pt x="2875" y="860"/>
                  </a:lnTo>
                  <a:cubicBezTo>
                    <a:pt x="2875" y="860"/>
                    <a:pt x="2885" y="849"/>
                    <a:pt x="2885" y="839"/>
                  </a:cubicBezTo>
                  <a:cubicBezTo>
                    <a:pt x="2896" y="818"/>
                    <a:pt x="2918" y="785"/>
                    <a:pt x="2928" y="764"/>
                  </a:cubicBezTo>
                  <a:cubicBezTo>
                    <a:pt x="2970" y="722"/>
                    <a:pt x="3024" y="690"/>
                    <a:pt x="3076" y="669"/>
                  </a:cubicBezTo>
                  <a:cubicBezTo>
                    <a:pt x="3130" y="648"/>
                    <a:pt x="3182" y="648"/>
                    <a:pt x="3236" y="637"/>
                  </a:cubicBezTo>
                  <a:close/>
                  <a:moveTo>
                    <a:pt x="3342" y="436"/>
                  </a:moveTo>
                  <a:lnTo>
                    <a:pt x="3373" y="467"/>
                  </a:lnTo>
                  <a:cubicBezTo>
                    <a:pt x="3384" y="478"/>
                    <a:pt x="3394" y="500"/>
                    <a:pt x="3405" y="510"/>
                  </a:cubicBezTo>
                  <a:lnTo>
                    <a:pt x="3427" y="531"/>
                  </a:lnTo>
                  <a:cubicBezTo>
                    <a:pt x="3427" y="542"/>
                    <a:pt x="3427" y="542"/>
                    <a:pt x="3437" y="552"/>
                  </a:cubicBezTo>
                  <a:lnTo>
                    <a:pt x="3182" y="552"/>
                  </a:lnTo>
                  <a:cubicBezTo>
                    <a:pt x="3097" y="563"/>
                    <a:pt x="3024" y="595"/>
                    <a:pt x="2960" y="627"/>
                  </a:cubicBezTo>
                  <a:cubicBezTo>
                    <a:pt x="2928" y="648"/>
                    <a:pt x="2896" y="679"/>
                    <a:pt x="2875" y="701"/>
                  </a:cubicBezTo>
                  <a:cubicBezTo>
                    <a:pt x="2854" y="722"/>
                    <a:pt x="2833" y="754"/>
                    <a:pt x="2822" y="775"/>
                  </a:cubicBezTo>
                  <a:cubicBezTo>
                    <a:pt x="2811" y="785"/>
                    <a:pt x="2811" y="797"/>
                    <a:pt x="2811" y="807"/>
                  </a:cubicBezTo>
                  <a:cubicBezTo>
                    <a:pt x="2800" y="807"/>
                    <a:pt x="2800" y="818"/>
                    <a:pt x="2800" y="828"/>
                  </a:cubicBezTo>
                  <a:cubicBezTo>
                    <a:pt x="2790" y="839"/>
                    <a:pt x="2790" y="849"/>
                    <a:pt x="2790" y="860"/>
                  </a:cubicBezTo>
                  <a:cubicBezTo>
                    <a:pt x="2790" y="870"/>
                    <a:pt x="2779" y="881"/>
                    <a:pt x="2779" y="892"/>
                  </a:cubicBezTo>
                  <a:cubicBezTo>
                    <a:pt x="2779" y="934"/>
                    <a:pt x="2779" y="976"/>
                    <a:pt x="2790" y="1009"/>
                  </a:cubicBezTo>
                  <a:cubicBezTo>
                    <a:pt x="2790" y="1051"/>
                    <a:pt x="2811" y="1082"/>
                    <a:pt x="2822" y="1115"/>
                  </a:cubicBezTo>
                  <a:cubicBezTo>
                    <a:pt x="2833" y="1136"/>
                    <a:pt x="2843" y="1146"/>
                    <a:pt x="2854" y="1167"/>
                  </a:cubicBezTo>
                  <a:cubicBezTo>
                    <a:pt x="2864" y="1178"/>
                    <a:pt x="2875" y="1189"/>
                    <a:pt x="2885" y="1210"/>
                  </a:cubicBezTo>
                  <a:cubicBezTo>
                    <a:pt x="2928" y="1252"/>
                    <a:pt x="2981" y="1295"/>
                    <a:pt x="3045" y="1327"/>
                  </a:cubicBezTo>
                  <a:lnTo>
                    <a:pt x="3140" y="1358"/>
                  </a:lnTo>
                  <a:cubicBezTo>
                    <a:pt x="3172" y="1369"/>
                    <a:pt x="3193" y="1369"/>
                    <a:pt x="3225" y="1379"/>
                  </a:cubicBezTo>
                  <a:lnTo>
                    <a:pt x="3278" y="1379"/>
                  </a:lnTo>
                  <a:lnTo>
                    <a:pt x="3267" y="1391"/>
                  </a:lnTo>
                  <a:cubicBezTo>
                    <a:pt x="3203" y="1486"/>
                    <a:pt x="3130" y="1581"/>
                    <a:pt x="3045" y="1676"/>
                  </a:cubicBezTo>
                  <a:cubicBezTo>
                    <a:pt x="2960" y="1772"/>
                    <a:pt x="2885" y="1867"/>
                    <a:pt x="2790" y="1952"/>
                  </a:cubicBezTo>
                  <a:cubicBezTo>
                    <a:pt x="2694" y="2037"/>
                    <a:pt x="2599" y="2122"/>
                    <a:pt x="2493" y="2186"/>
                  </a:cubicBezTo>
                  <a:lnTo>
                    <a:pt x="2451" y="2207"/>
                  </a:lnTo>
                  <a:lnTo>
                    <a:pt x="2408" y="2218"/>
                  </a:lnTo>
                  <a:lnTo>
                    <a:pt x="2366" y="2239"/>
                  </a:lnTo>
                  <a:lnTo>
                    <a:pt x="2324" y="2249"/>
                  </a:lnTo>
                  <a:cubicBezTo>
                    <a:pt x="2260" y="2260"/>
                    <a:pt x="2206" y="2270"/>
                    <a:pt x="2143" y="2270"/>
                  </a:cubicBezTo>
                  <a:lnTo>
                    <a:pt x="2133" y="2270"/>
                  </a:lnTo>
                  <a:cubicBezTo>
                    <a:pt x="2090" y="2270"/>
                    <a:pt x="2048" y="2270"/>
                    <a:pt x="2015" y="2260"/>
                  </a:cubicBezTo>
                  <a:cubicBezTo>
                    <a:pt x="1994" y="2260"/>
                    <a:pt x="1973" y="2249"/>
                    <a:pt x="1952" y="2249"/>
                  </a:cubicBezTo>
                  <a:cubicBezTo>
                    <a:pt x="1942" y="2249"/>
                    <a:pt x="1931" y="2239"/>
                    <a:pt x="1920" y="2239"/>
                  </a:cubicBezTo>
                  <a:lnTo>
                    <a:pt x="1909" y="2228"/>
                  </a:lnTo>
                  <a:lnTo>
                    <a:pt x="1899" y="2228"/>
                  </a:lnTo>
                  <a:cubicBezTo>
                    <a:pt x="1846" y="2207"/>
                    <a:pt x="1803" y="2175"/>
                    <a:pt x="1772" y="2143"/>
                  </a:cubicBezTo>
                  <a:cubicBezTo>
                    <a:pt x="1730" y="2101"/>
                    <a:pt x="1708" y="2058"/>
                    <a:pt x="1687" y="2016"/>
                  </a:cubicBezTo>
                  <a:cubicBezTo>
                    <a:pt x="1645" y="1921"/>
                    <a:pt x="1634" y="1815"/>
                    <a:pt x="1645" y="1709"/>
                  </a:cubicBezTo>
                  <a:cubicBezTo>
                    <a:pt x="1666" y="1497"/>
                    <a:pt x="1793" y="1316"/>
                    <a:pt x="1952" y="1167"/>
                  </a:cubicBezTo>
                  <a:cubicBezTo>
                    <a:pt x="2027" y="1094"/>
                    <a:pt x="2111" y="1030"/>
                    <a:pt x="2206" y="976"/>
                  </a:cubicBezTo>
                  <a:cubicBezTo>
                    <a:pt x="2291" y="913"/>
                    <a:pt x="2387" y="849"/>
                    <a:pt x="2482" y="797"/>
                  </a:cubicBezTo>
                  <a:cubicBezTo>
                    <a:pt x="2578" y="743"/>
                    <a:pt x="2663" y="701"/>
                    <a:pt x="2769" y="648"/>
                  </a:cubicBezTo>
                  <a:cubicBezTo>
                    <a:pt x="2864" y="606"/>
                    <a:pt x="2960" y="563"/>
                    <a:pt x="3055" y="531"/>
                  </a:cubicBezTo>
                  <a:cubicBezTo>
                    <a:pt x="3151" y="488"/>
                    <a:pt x="3246" y="457"/>
                    <a:pt x="3342" y="436"/>
                  </a:cubicBezTo>
                  <a:close/>
                  <a:moveTo>
                    <a:pt x="2567" y="1"/>
                  </a:moveTo>
                  <a:cubicBezTo>
                    <a:pt x="2472" y="12"/>
                    <a:pt x="2376" y="33"/>
                    <a:pt x="2270" y="64"/>
                  </a:cubicBezTo>
                  <a:cubicBezTo>
                    <a:pt x="2164" y="85"/>
                    <a:pt x="2058" y="118"/>
                    <a:pt x="1942" y="170"/>
                  </a:cubicBezTo>
                  <a:cubicBezTo>
                    <a:pt x="1931" y="181"/>
                    <a:pt x="1909" y="181"/>
                    <a:pt x="1899" y="191"/>
                  </a:cubicBezTo>
                  <a:cubicBezTo>
                    <a:pt x="1878" y="203"/>
                    <a:pt x="1867" y="203"/>
                    <a:pt x="1857" y="213"/>
                  </a:cubicBezTo>
                  <a:cubicBezTo>
                    <a:pt x="1825" y="224"/>
                    <a:pt x="1793" y="245"/>
                    <a:pt x="1772" y="255"/>
                  </a:cubicBezTo>
                  <a:cubicBezTo>
                    <a:pt x="1718" y="276"/>
                    <a:pt x="1676" y="298"/>
                    <a:pt x="1634" y="319"/>
                  </a:cubicBezTo>
                  <a:cubicBezTo>
                    <a:pt x="1602" y="330"/>
                    <a:pt x="1539" y="372"/>
                    <a:pt x="1475" y="415"/>
                  </a:cubicBezTo>
                  <a:cubicBezTo>
                    <a:pt x="1443" y="436"/>
                    <a:pt x="1400" y="467"/>
                    <a:pt x="1369" y="488"/>
                  </a:cubicBezTo>
                  <a:cubicBezTo>
                    <a:pt x="1358" y="500"/>
                    <a:pt x="1337" y="510"/>
                    <a:pt x="1326" y="521"/>
                  </a:cubicBezTo>
                  <a:cubicBezTo>
                    <a:pt x="1305" y="531"/>
                    <a:pt x="1294" y="542"/>
                    <a:pt x="1273" y="552"/>
                  </a:cubicBezTo>
                  <a:cubicBezTo>
                    <a:pt x="1284" y="542"/>
                    <a:pt x="1284" y="531"/>
                    <a:pt x="1294" y="521"/>
                  </a:cubicBezTo>
                  <a:lnTo>
                    <a:pt x="1294" y="521"/>
                  </a:lnTo>
                  <a:cubicBezTo>
                    <a:pt x="1252" y="542"/>
                    <a:pt x="1167" y="595"/>
                    <a:pt x="1136" y="627"/>
                  </a:cubicBezTo>
                  <a:cubicBezTo>
                    <a:pt x="1114" y="637"/>
                    <a:pt x="1103" y="637"/>
                    <a:pt x="1103" y="637"/>
                  </a:cubicBezTo>
                  <a:lnTo>
                    <a:pt x="1103" y="627"/>
                  </a:lnTo>
                  <a:cubicBezTo>
                    <a:pt x="1114" y="616"/>
                    <a:pt x="1124" y="606"/>
                    <a:pt x="1114" y="606"/>
                  </a:cubicBezTo>
                  <a:cubicBezTo>
                    <a:pt x="1103" y="606"/>
                    <a:pt x="1093" y="606"/>
                    <a:pt x="1061" y="627"/>
                  </a:cubicBezTo>
                  <a:cubicBezTo>
                    <a:pt x="891" y="733"/>
                    <a:pt x="721" y="870"/>
                    <a:pt x="563" y="1009"/>
                  </a:cubicBezTo>
                  <a:cubicBezTo>
                    <a:pt x="414" y="1157"/>
                    <a:pt x="276" y="1316"/>
                    <a:pt x="149" y="1475"/>
                  </a:cubicBezTo>
                  <a:cubicBezTo>
                    <a:pt x="149" y="1497"/>
                    <a:pt x="149" y="1507"/>
                    <a:pt x="138" y="1539"/>
                  </a:cubicBezTo>
                  <a:cubicBezTo>
                    <a:pt x="117" y="1560"/>
                    <a:pt x="96" y="1581"/>
                    <a:pt x="85" y="1613"/>
                  </a:cubicBezTo>
                  <a:cubicBezTo>
                    <a:pt x="64" y="1634"/>
                    <a:pt x="43" y="1655"/>
                    <a:pt x="32" y="1688"/>
                  </a:cubicBezTo>
                  <a:cubicBezTo>
                    <a:pt x="21" y="1719"/>
                    <a:pt x="43" y="1719"/>
                    <a:pt x="32" y="1751"/>
                  </a:cubicBezTo>
                  <a:cubicBezTo>
                    <a:pt x="43" y="1761"/>
                    <a:pt x="43" y="1772"/>
                    <a:pt x="43" y="1804"/>
                  </a:cubicBezTo>
                  <a:cubicBezTo>
                    <a:pt x="43" y="1825"/>
                    <a:pt x="32" y="1857"/>
                    <a:pt x="21" y="1889"/>
                  </a:cubicBezTo>
                  <a:cubicBezTo>
                    <a:pt x="11" y="1942"/>
                    <a:pt x="0" y="1985"/>
                    <a:pt x="21" y="1985"/>
                  </a:cubicBezTo>
                  <a:lnTo>
                    <a:pt x="32" y="1985"/>
                  </a:lnTo>
                  <a:lnTo>
                    <a:pt x="85" y="1931"/>
                  </a:lnTo>
                  <a:cubicBezTo>
                    <a:pt x="106" y="1900"/>
                    <a:pt x="138" y="1857"/>
                    <a:pt x="170" y="1825"/>
                  </a:cubicBezTo>
                  <a:cubicBezTo>
                    <a:pt x="233" y="1740"/>
                    <a:pt x="318" y="1645"/>
                    <a:pt x="382" y="1603"/>
                  </a:cubicBezTo>
                  <a:lnTo>
                    <a:pt x="382" y="1592"/>
                  </a:lnTo>
                  <a:lnTo>
                    <a:pt x="382" y="1592"/>
                  </a:lnTo>
                  <a:cubicBezTo>
                    <a:pt x="393" y="1592"/>
                    <a:pt x="361" y="1655"/>
                    <a:pt x="361" y="1688"/>
                  </a:cubicBezTo>
                  <a:cubicBezTo>
                    <a:pt x="382" y="1645"/>
                    <a:pt x="414" y="1624"/>
                    <a:pt x="435" y="1603"/>
                  </a:cubicBezTo>
                  <a:cubicBezTo>
                    <a:pt x="457" y="1581"/>
                    <a:pt x="467" y="1570"/>
                    <a:pt x="478" y="1570"/>
                  </a:cubicBezTo>
                  <a:lnTo>
                    <a:pt x="478" y="1560"/>
                  </a:lnTo>
                  <a:cubicBezTo>
                    <a:pt x="488" y="1560"/>
                    <a:pt x="478" y="1581"/>
                    <a:pt x="467" y="1613"/>
                  </a:cubicBezTo>
                  <a:cubicBezTo>
                    <a:pt x="478" y="1592"/>
                    <a:pt x="499" y="1581"/>
                    <a:pt x="509" y="1570"/>
                  </a:cubicBezTo>
                  <a:lnTo>
                    <a:pt x="520" y="1549"/>
                  </a:lnTo>
                  <a:lnTo>
                    <a:pt x="520" y="1570"/>
                  </a:lnTo>
                  <a:cubicBezTo>
                    <a:pt x="509" y="1581"/>
                    <a:pt x="509" y="1592"/>
                    <a:pt x="509" y="1592"/>
                  </a:cubicBezTo>
                  <a:cubicBezTo>
                    <a:pt x="679" y="1422"/>
                    <a:pt x="881" y="1252"/>
                    <a:pt x="1082" y="1094"/>
                  </a:cubicBezTo>
                  <a:cubicBezTo>
                    <a:pt x="1284" y="945"/>
                    <a:pt x="1496" y="807"/>
                    <a:pt x="1697" y="669"/>
                  </a:cubicBezTo>
                  <a:cubicBezTo>
                    <a:pt x="1782" y="616"/>
                    <a:pt x="1931" y="531"/>
                    <a:pt x="2027" y="467"/>
                  </a:cubicBezTo>
                  <a:cubicBezTo>
                    <a:pt x="2048" y="457"/>
                    <a:pt x="2090" y="436"/>
                    <a:pt x="2133" y="425"/>
                  </a:cubicBezTo>
                  <a:cubicBezTo>
                    <a:pt x="2154" y="415"/>
                    <a:pt x="2175" y="404"/>
                    <a:pt x="2185" y="404"/>
                  </a:cubicBezTo>
                  <a:cubicBezTo>
                    <a:pt x="2206" y="393"/>
                    <a:pt x="2217" y="393"/>
                    <a:pt x="2228" y="382"/>
                  </a:cubicBezTo>
                  <a:cubicBezTo>
                    <a:pt x="2291" y="340"/>
                    <a:pt x="2281" y="330"/>
                    <a:pt x="2302" y="309"/>
                  </a:cubicBezTo>
                  <a:cubicBezTo>
                    <a:pt x="2324" y="298"/>
                    <a:pt x="2345" y="298"/>
                    <a:pt x="2366" y="287"/>
                  </a:cubicBezTo>
                  <a:cubicBezTo>
                    <a:pt x="2397" y="276"/>
                    <a:pt x="2419" y="276"/>
                    <a:pt x="2440" y="266"/>
                  </a:cubicBezTo>
                  <a:cubicBezTo>
                    <a:pt x="2493" y="255"/>
                    <a:pt x="2546" y="245"/>
                    <a:pt x="2599" y="245"/>
                  </a:cubicBezTo>
                  <a:cubicBezTo>
                    <a:pt x="2652" y="234"/>
                    <a:pt x="2694" y="234"/>
                    <a:pt x="2737" y="234"/>
                  </a:cubicBezTo>
                  <a:lnTo>
                    <a:pt x="2769" y="234"/>
                  </a:lnTo>
                  <a:cubicBezTo>
                    <a:pt x="2822" y="234"/>
                    <a:pt x="2875" y="245"/>
                    <a:pt x="2928" y="255"/>
                  </a:cubicBezTo>
                  <a:lnTo>
                    <a:pt x="3055" y="287"/>
                  </a:lnTo>
                  <a:cubicBezTo>
                    <a:pt x="3045" y="287"/>
                    <a:pt x="3034" y="298"/>
                    <a:pt x="3024" y="298"/>
                  </a:cubicBezTo>
                  <a:cubicBezTo>
                    <a:pt x="3002" y="309"/>
                    <a:pt x="2970" y="330"/>
                    <a:pt x="2949" y="340"/>
                  </a:cubicBezTo>
                  <a:cubicBezTo>
                    <a:pt x="2918" y="351"/>
                    <a:pt x="2896" y="361"/>
                    <a:pt x="2875" y="372"/>
                  </a:cubicBezTo>
                  <a:cubicBezTo>
                    <a:pt x="2716" y="425"/>
                    <a:pt x="2621" y="478"/>
                    <a:pt x="2525" y="531"/>
                  </a:cubicBezTo>
                  <a:cubicBezTo>
                    <a:pt x="2503" y="542"/>
                    <a:pt x="2482" y="563"/>
                    <a:pt x="2451" y="573"/>
                  </a:cubicBezTo>
                  <a:cubicBezTo>
                    <a:pt x="2430" y="595"/>
                    <a:pt x="2397" y="606"/>
                    <a:pt x="2376" y="627"/>
                  </a:cubicBezTo>
                  <a:cubicBezTo>
                    <a:pt x="2345" y="648"/>
                    <a:pt x="2312" y="658"/>
                    <a:pt x="2281" y="679"/>
                  </a:cubicBezTo>
                  <a:cubicBezTo>
                    <a:pt x="2249" y="701"/>
                    <a:pt x="2217" y="733"/>
                    <a:pt x="2175" y="754"/>
                  </a:cubicBezTo>
                  <a:cubicBezTo>
                    <a:pt x="1952" y="913"/>
                    <a:pt x="1814" y="1030"/>
                    <a:pt x="1697" y="1157"/>
                  </a:cubicBezTo>
                  <a:cubicBezTo>
                    <a:pt x="1645" y="1221"/>
                    <a:pt x="1591" y="1284"/>
                    <a:pt x="1549" y="1369"/>
                  </a:cubicBezTo>
                  <a:cubicBezTo>
                    <a:pt x="1528" y="1422"/>
                    <a:pt x="1506" y="1464"/>
                    <a:pt x="1496" y="1518"/>
                  </a:cubicBezTo>
                  <a:cubicBezTo>
                    <a:pt x="1485" y="1570"/>
                    <a:pt x="1475" y="1634"/>
                    <a:pt x="1475" y="1709"/>
                  </a:cubicBezTo>
                  <a:cubicBezTo>
                    <a:pt x="1475" y="1719"/>
                    <a:pt x="1464" y="1783"/>
                    <a:pt x="1475" y="1867"/>
                  </a:cubicBezTo>
                  <a:cubicBezTo>
                    <a:pt x="1485" y="1889"/>
                    <a:pt x="1485" y="1921"/>
                    <a:pt x="1496" y="1942"/>
                  </a:cubicBezTo>
                  <a:lnTo>
                    <a:pt x="1496" y="1973"/>
                  </a:lnTo>
                  <a:cubicBezTo>
                    <a:pt x="1506" y="1985"/>
                    <a:pt x="1506" y="2006"/>
                    <a:pt x="1517" y="2016"/>
                  </a:cubicBezTo>
                  <a:cubicBezTo>
                    <a:pt x="1528" y="2058"/>
                    <a:pt x="1560" y="2112"/>
                    <a:pt x="1591" y="2154"/>
                  </a:cubicBezTo>
                  <a:cubicBezTo>
                    <a:pt x="1655" y="2249"/>
                    <a:pt x="1740" y="2313"/>
                    <a:pt x="1814" y="2345"/>
                  </a:cubicBezTo>
                  <a:cubicBezTo>
                    <a:pt x="1836" y="2355"/>
                    <a:pt x="1846" y="2366"/>
                    <a:pt x="1867" y="2366"/>
                  </a:cubicBezTo>
                  <a:cubicBezTo>
                    <a:pt x="1878" y="2377"/>
                    <a:pt x="1888" y="2377"/>
                    <a:pt x="1899" y="2388"/>
                  </a:cubicBezTo>
                  <a:lnTo>
                    <a:pt x="1931" y="2388"/>
                  </a:lnTo>
                  <a:cubicBezTo>
                    <a:pt x="2005" y="2409"/>
                    <a:pt x="2069" y="2419"/>
                    <a:pt x="2133" y="2419"/>
                  </a:cubicBezTo>
                  <a:lnTo>
                    <a:pt x="2164" y="2419"/>
                  </a:lnTo>
                  <a:cubicBezTo>
                    <a:pt x="2228" y="2419"/>
                    <a:pt x="2302" y="2398"/>
                    <a:pt x="2366" y="2388"/>
                  </a:cubicBezTo>
                  <a:cubicBezTo>
                    <a:pt x="2376" y="2377"/>
                    <a:pt x="2397" y="2377"/>
                    <a:pt x="2408" y="2366"/>
                  </a:cubicBezTo>
                  <a:cubicBezTo>
                    <a:pt x="2430" y="2366"/>
                    <a:pt x="2440" y="2355"/>
                    <a:pt x="2461" y="2355"/>
                  </a:cubicBezTo>
                  <a:cubicBezTo>
                    <a:pt x="2482" y="2345"/>
                    <a:pt x="2514" y="2324"/>
                    <a:pt x="2546" y="2313"/>
                  </a:cubicBezTo>
                  <a:cubicBezTo>
                    <a:pt x="2599" y="2282"/>
                    <a:pt x="2642" y="2249"/>
                    <a:pt x="2694" y="2218"/>
                  </a:cubicBezTo>
                  <a:cubicBezTo>
                    <a:pt x="2779" y="2154"/>
                    <a:pt x="2864" y="2080"/>
                    <a:pt x="2949" y="1995"/>
                  </a:cubicBezTo>
                  <a:lnTo>
                    <a:pt x="3182" y="1761"/>
                  </a:lnTo>
                  <a:cubicBezTo>
                    <a:pt x="3267" y="1655"/>
                    <a:pt x="3352" y="1539"/>
                    <a:pt x="3437" y="1412"/>
                  </a:cubicBezTo>
                  <a:cubicBezTo>
                    <a:pt x="3448" y="1401"/>
                    <a:pt x="3458" y="1391"/>
                    <a:pt x="3469" y="1369"/>
                  </a:cubicBezTo>
                  <a:cubicBezTo>
                    <a:pt x="3500" y="1369"/>
                    <a:pt x="3533" y="1369"/>
                    <a:pt x="3564" y="1358"/>
                  </a:cubicBezTo>
                  <a:cubicBezTo>
                    <a:pt x="3670" y="1348"/>
                    <a:pt x="3776" y="1337"/>
                    <a:pt x="3904" y="1316"/>
                  </a:cubicBezTo>
                  <a:cubicBezTo>
                    <a:pt x="4063" y="1284"/>
                    <a:pt x="4201" y="1242"/>
                    <a:pt x="4307" y="1157"/>
                  </a:cubicBezTo>
                  <a:cubicBezTo>
                    <a:pt x="4318" y="1146"/>
                    <a:pt x="4370" y="1104"/>
                    <a:pt x="4413" y="1051"/>
                  </a:cubicBezTo>
                  <a:cubicBezTo>
                    <a:pt x="4455" y="987"/>
                    <a:pt x="4509" y="924"/>
                    <a:pt x="4530" y="849"/>
                  </a:cubicBezTo>
                  <a:cubicBezTo>
                    <a:pt x="4582" y="860"/>
                    <a:pt x="4636" y="860"/>
                    <a:pt x="4689" y="860"/>
                  </a:cubicBezTo>
                  <a:cubicBezTo>
                    <a:pt x="5007" y="881"/>
                    <a:pt x="5315" y="881"/>
                    <a:pt x="5622" y="881"/>
                  </a:cubicBezTo>
                  <a:lnTo>
                    <a:pt x="6131" y="881"/>
                  </a:lnTo>
                  <a:cubicBezTo>
                    <a:pt x="6598" y="870"/>
                    <a:pt x="7043" y="860"/>
                    <a:pt x="7479" y="849"/>
                  </a:cubicBezTo>
                  <a:cubicBezTo>
                    <a:pt x="9176" y="818"/>
                    <a:pt x="10512" y="807"/>
                    <a:pt x="11000" y="797"/>
                  </a:cubicBezTo>
                  <a:lnTo>
                    <a:pt x="11286" y="775"/>
                  </a:lnTo>
                  <a:cubicBezTo>
                    <a:pt x="11170" y="764"/>
                    <a:pt x="11010" y="764"/>
                    <a:pt x="10809" y="764"/>
                  </a:cubicBezTo>
                  <a:cubicBezTo>
                    <a:pt x="9918" y="764"/>
                    <a:pt x="8337" y="807"/>
                    <a:pt x="7574" y="818"/>
                  </a:cubicBezTo>
                  <a:cubicBezTo>
                    <a:pt x="7213" y="828"/>
                    <a:pt x="6937" y="828"/>
                    <a:pt x="6736" y="828"/>
                  </a:cubicBezTo>
                  <a:lnTo>
                    <a:pt x="6715" y="828"/>
                  </a:lnTo>
                  <a:cubicBezTo>
                    <a:pt x="6588" y="828"/>
                    <a:pt x="6980" y="818"/>
                    <a:pt x="7574" y="818"/>
                  </a:cubicBezTo>
                  <a:cubicBezTo>
                    <a:pt x="7849" y="807"/>
                    <a:pt x="8168" y="807"/>
                    <a:pt x="8550" y="797"/>
                  </a:cubicBezTo>
                  <a:cubicBezTo>
                    <a:pt x="8073" y="785"/>
                    <a:pt x="7616" y="785"/>
                    <a:pt x="7298" y="775"/>
                  </a:cubicBezTo>
                  <a:cubicBezTo>
                    <a:pt x="7054" y="785"/>
                    <a:pt x="6810" y="785"/>
                    <a:pt x="6566" y="797"/>
                  </a:cubicBezTo>
                  <a:cubicBezTo>
                    <a:pt x="6248" y="797"/>
                    <a:pt x="5940" y="807"/>
                    <a:pt x="5633" y="807"/>
                  </a:cubicBezTo>
                  <a:cubicBezTo>
                    <a:pt x="5410" y="807"/>
                    <a:pt x="5187" y="807"/>
                    <a:pt x="4964" y="797"/>
                  </a:cubicBezTo>
                  <a:cubicBezTo>
                    <a:pt x="4827" y="797"/>
                    <a:pt x="4700" y="785"/>
                    <a:pt x="4561" y="775"/>
                  </a:cubicBezTo>
                  <a:lnTo>
                    <a:pt x="4561" y="764"/>
                  </a:lnTo>
                  <a:lnTo>
                    <a:pt x="4561" y="754"/>
                  </a:lnTo>
                  <a:cubicBezTo>
                    <a:pt x="4901" y="775"/>
                    <a:pt x="5240" y="785"/>
                    <a:pt x="5591" y="785"/>
                  </a:cubicBezTo>
                  <a:cubicBezTo>
                    <a:pt x="5877" y="785"/>
                    <a:pt x="6174" y="775"/>
                    <a:pt x="6471" y="775"/>
                  </a:cubicBezTo>
                  <a:lnTo>
                    <a:pt x="6343" y="775"/>
                  </a:lnTo>
                  <a:lnTo>
                    <a:pt x="6715" y="764"/>
                  </a:lnTo>
                  <a:cubicBezTo>
                    <a:pt x="6746" y="764"/>
                    <a:pt x="6789" y="764"/>
                    <a:pt x="6831" y="754"/>
                  </a:cubicBezTo>
                  <a:lnTo>
                    <a:pt x="6821" y="754"/>
                  </a:lnTo>
                  <a:cubicBezTo>
                    <a:pt x="6746" y="754"/>
                    <a:pt x="6492" y="743"/>
                    <a:pt x="6152" y="743"/>
                  </a:cubicBezTo>
                  <a:cubicBezTo>
                    <a:pt x="5983" y="743"/>
                    <a:pt x="5792" y="743"/>
                    <a:pt x="5580" y="733"/>
                  </a:cubicBezTo>
                  <a:cubicBezTo>
                    <a:pt x="5378" y="733"/>
                    <a:pt x="5155" y="722"/>
                    <a:pt x="4943" y="712"/>
                  </a:cubicBezTo>
                  <a:cubicBezTo>
                    <a:pt x="4827" y="701"/>
                    <a:pt x="4721" y="701"/>
                    <a:pt x="4615" y="690"/>
                  </a:cubicBezTo>
                  <a:lnTo>
                    <a:pt x="4582" y="690"/>
                  </a:lnTo>
                  <a:lnTo>
                    <a:pt x="4582" y="669"/>
                  </a:lnTo>
                  <a:lnTo>
                    <a:pt x="4582" y="648"/>
                  </a:lnTo>
                  <a:lnTo>
                    <a:pt x="4582" y="627"/>
                  </a:lnTo>
                  <a:lnTo>
                    <a:pt x="4582" y="595"/>
                  </a:lnTo>
                  <a:cubicBezTo>
                    <a:pt x="4582" y="584"/>
                    <a:pt x="4572" y="573"/>
                    <a:pt x="4572" y="563"/>
                  </a:cubicBezTo>
                  <a:cubicBezTo>
                    <a:pt x="4572" y="542"/>
                    <a:pt x="4561" y="521"/>
                    <a:pt x="4561" y="500"/>
                  </a:cubicBezTo>
                  <a:cubicBezTo>
                    <a:pt x="4551" y="478"/>
                    <a:pt x="4540" y="457"/>
                    <a:pt x="4530" y="446"/>
                  </a:cubicBezTo>
                  <a:cubicBezTo>
                    <a:pt x="4519" y="404"/>
                    <a:pt x="4487" y="372"/>
                    <a:pt x="4466" y="340"/>
                  </a:cubicBezTo>
                  <a:cubicBezTo>
                    <a:pt x="4413" y="276"/>
                    <a:pt x="4339" y="234"/>
                    <a:pt x="4275" y="213"/>
                  </a:cubicBezTo>
                  <a:cubicBezTo>
                    <a:pt x="4254" y="203"/>
                    <a:pt x="4233" y="191"/>
                    <a:pt x="4201" y="181"/>
                  </a:cubicBezTo>
                  <a:lnTo>
                    <a:pt x="4106" y="149"/>
                  </a:lnTo>
                  <a:cubicBezTo>
                    <a:pt x="4031" y="128"/>
                    <a:pt x="3946" y="118"/>
                    <a:pt x="3872" y="107"/>
                  </a:cubicBezTo>
                  <a:cubicBezTo>
                    <a:pt x="3819" y="96"/>
                    <a:pt x="3776" y="96"/>
                    <a:pt x="3734" y="96"/>
                  </a:cubicBezTo>
                  <a:cubicBezTo>
                    <a:pt x="3639" y="96"/>
                    <a:pt x="3575" y="107"/>
                    <a:pt x="3564" y="118"/>
                  </a:cubicBezTo>
                  <a:cubicBezTo>
                    <a:pt x="3512" y="160"/>
                    <a:pt x="3500" y="170"/>
                    <a:pt x="3458" y="170"/>
                  </a:cubicBezTo>
                  <a:cubicBezTo>
                    <a:pt x="3437" y="181"/>
                    <a:pt x="3405" y="181"/>
                    <a:pt x="3363" y="191"/>
                  </a:cubicBezTo>
                  <a:lnTo>
                    <a:pt x="3267" y="128"/>
                  </a:lnTo>
                  <a:cubicBezTo>
                    <a:pt x="3140" y="54"/>
                    <a:pt x="3013" y="22"/>
                    <a:pt x="2896" y="12"/>
                  </a:cubicBezTo>
                  <a:cubicBezTo>
                    <a:pt x="2833" y="1"/>
                    <a:pt x="2779" y="1"/>
                    <a:pt x="2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6446000" y="-458576"/>
              <a:ext cx="3284547" cy="802900"/>
            </a:xfrm>
            <a:custGeom>
              <a:avLst/>
              <a:gdLst/>
              <a:ahLst/>
              <a:cxnLst/>
              <a:rect l="l" t="t" r="r" b="b"/>
              <a:pathLst>
                <a:path w="11806" h="2886" extrusionOk="0">
                  <a:moveTo>
                    <a:pt x="7139" y="1580"/>
                  </a:moveTo>
                  <a:cubicBezTo>
                    <a:pt x="7319" y="1580"/>
                    <a:pt x="7532" y="1592"/>
                    <a:pt x="7711" y="1592"/>
                  </a:cubicBezTo>
                  <a:cubicBezTo>
                    <a:pt x="7832" y="1592"/>
                    <a:pt x="7945" y="1598"/>
                    <a:pt x="8063" y="1601"/>
                  </a:cubicBezTo>
                  <a:lnTo>
                    <a:pt x="8063" y="1601"/>
                  </a:lnTo>
                  <a:lnTo>
                    <a:pt x="6311" y="1580"/>
                  </a:lnTo>
                  <a:close/>
                  <a:moveTo>
                    <a:pt x="5277" y="1581"/>
                  </a:moveTo>
                  <a:lnTo>
                    <a:pt x="5277" y="1581"/>
                  </a:lnTo>
                  <a:cubicBezTo>
                    <a:pt x="5068" y="1582"/>
                    <a:pt x="4872" y="1592"/>
                    <a:pt x="4741" y="1602"/>
                  </a:cubicBezTo>
                  <a:cubicBezTo>
                    <a:pt x="4918" y="1584"/>
                    <a:pt x="5094" y="1581"/>
                    <a:pt x="5277" y="1581"/>
                  </a:cubicBezTo>
                  <a:close/>
                  <a:moveTo>
                    <a:pt x="2228" y="0"/>
                  </a:moveTo>
                  <a:cubicBezTo>
                    <a:pt x="2196" y="22"/>
                    <a:pt x="2153" y="32"/>
                    <a:pt x="2122" y="53"/>
                  </a:cubicBezTo>
                  <a:cubicBezTo>
                    <a:pt x="2090" y="74"/>
                    <a:pt x="2058" y="85"/>
                    <a:pt x="2026" y="106"/>
                  </a:cubicBezTo>
                  <a:lnTo>
                    <a:pt x="1984" y="128"/>
                  </a:lnTo>
                  <a:cubicBezTo>
                    <a:pt x="1973" y="138"/>
                    <a:pt x="1952" y="138"/>
                    <a:pt x="1941" y="149"/>
                  </a:cubicBezTo>
                  <a:cubicBezTo>
                    <a:pt x="1920" y="159"/>
                    <a:pt x="1889" y="180"/>
                    <a:pt x="1867" y="191"/>
                  </a:cubicBezTo>
                  <a:cubicBezTo>
                    <a:pt x="1846" y="213"/>
                    <a:pt x="1814" y="223"/>
                    <a:pt x="1793" y="234"/>
                  </a:cubicBezTo>
                  <a:cubicBezTo>
                    <a:pt x="1698" y="297"/>
                    <a:pt x="1602" y="361"/>
                    <a:pt x="1517" y="425"/>
                  </a:cubicBezTo>
                  <a:lnTo>
                    <a:pt x="1485" y="456"/>
                  </a:lnTo>
                  <a:lnTo>
                    <a:pt x="1464" y="477"/>
                  </a:lnTo>
                  <a:cubicBezTo>
                    <a:pt x="1443" y="488"/>
                    <a:pt x="1422" y="510"/>
                    <a:pt x="1401" y="520"/>
                  </a:cubicBezTo>
                  <a:cubicBezTo>
                    <a:pt x="1368" y="552"/>
                    <a:pt x="1337" y="573"/>
                    <a:pt x="1305" y="605"/>
                  </a:cubicBezTo>
                  <a:cubicBezTo>
                    <a:pt x="1273" y="626"/>
                    <a:pt x="1241" y="658"/>
                    <a:pt x="1220" y="679"/>
                  </a:cubicBezTo>
                  <a:cubicBezTo>
                    <a:pt x="1188" y="711"/>
                    <a:pt x="1167" y="732"/>
                    <a:pt x="1135" y="753"/>
                  </a:cubicBezTo>
                  <a:cubicBezTo>
                    <a:pt x="1029" y="849"/>
                    <a:pt x="934" y="944"/>
                    <a:pt x="807" y="1082"/>
                  </a:cubicBezTo>
                  <a:cubicBezTo>
                    <a:pt x="743" y="1167"/>
                    <a:pt x="701" y="1231"/>
                    <a:pt x="658" y="1283"/>
                  </a:cubicBezTo>
                  <a:cubicBezTo>
                    <a:pt x="616" y="1326"/>
                    <a:pt x="541" y="1464"/>
                    <a:pt x="488" y="1549"/>
                  </a:cubicBezTo>
                  <a:lnTo>
                    <a:pt x="499" y="1528"/>
                  </a:lnTo>
                  <a:lnTo>
                    <a:pt x="499" y="1528"/>
                  </a:lnTo>
                  <a:cubicBezTo>
                    <a:pt x="477" y="1549"/>
                    <a:pt x="435" y="1613"/>
                    <a:pt x="414" y="1644"/>
                  </a:cubicBezTo>
                  <a:cubicBezTo>
                    <a:pt x="414" y="1665"/>
                    <a:pt x="404" y="1665"/>
                    <a:pt x="404" y="1665"/>
                  </a:cubicBezTo>
                  <a:lnTo>
                    <a:pt x="404" y="1655"/>
                  </a:lnTo>
                  <a:cubicBezTo>
                    <a:pt x="404" y="1644"/>
                    <a:pt x="414" y="1634"/>
                    <a:pt x="404" y="1634"/>
                  </a:cubicBezTo>
                  <a:cubicBezTo>
                    <a:pt x="404" y="1634"/>
                    <a:pt x="392" y="1644"/>
                    <a:pt x="382" y="1676"/>
                  </a:cubicBezTo>
                  <a:cubicBezTo>
                    <a:pt x="308" y="1804"/>
                    <a:pt x="234" y="1941"/>
                    <a:pt x="170" y="2079"/>
                  </a:cubicBezTo>
                  <a:cubicBezTo>
                    <a:pt x="117" y="2228"/>
                    <a:pt x="64" y="2376"/>
                    <a:pt x="32" y="2514"/>
                  </a:cubicBezTo>
                  <a:lnTo>
                    <a:pt x="32" y="2556"/>
                  </a:lnTo>
                  <a:cubicBezTo>
                    <a:pt x="22" y="2578"/>
                    <a:pt x="22" y="2599"/>
                    <a:pt x="22" y="2620"/>
                  </a:cubicBezTo>
                  <a:cubicBezTo>
                    <a:pt x="11" y="2641"/>
                    <a:pt x="11" y="2662"/>
                    <a:pt x="0" y="2684"/>
                  </a:cubicBezTo>
                  <a:cubicBezTo>
                    <a:pt x="11" y="2716"/>
                    <a:pt x="22" y="2705"/>
                    <a:pt x="22" y="2726"/>
                  </a:cubicBezTo>
                  <a:cubicBezTo>
                    <a:pt x="22" y="2726"/>
                    <a:pt x="22" y="2737"/>
                    <a:pt x="32" y="2758"/>
                  </a:cubicBezTo>
                  <a:lnTo>
                    <a:pt x="32" y="2822"/>
                  </a:lnTo>
                  <a:cubicBezTo>
                    <a:pt x="32" y="2853"/>
                    <a:pt x="43" y="2886"/>
                    <a:pt x="43" y="2886"/>
                  </a:cubicBezTo>
                  <a:cubicBezTo>
                    <a:pt x="53" y="2886"/>
                    <a:pt x="53" y="2886"/>
                    <a:pt x="53" y="2875"/>
                  </a:cubicBezTo>
                  <a:cubicBezTo>
                    <a:pt x="53" y="2875"/>
                    <a:pt x="64" y="2853"/>
                    <a:pt x="64" y="2832"/>
                  </a:cubicBezTo>
                  <a:cubicBezTo>
                    <a:pt x="74" y="2801"/>
                    <a:pt x="85" y="2768"/>
                    <a:pt x="95" y="2726"/>
                  </a:cubicBezTo>
                  <a:cubicBezTo>
                    <a:pt x="107" y="2695"/>
                    <a:pt x="117" y="2652"/>
                    <a:pt x="128" y="2610"/>
                  </a:cubicBezTo>
                  <a:cubicBezTo>
                    <a:pt x="138" y="2578"/>
                    <a:pt x="149" y="2535"/>
                    <a:pt x="159" y="2514"/>
                  </a:cubicBezTo>
                  <a:cubicBezTo>
                    <a:pt x="166" y="2514"/>
                    <a:pt x="168" y="2510"/>
                    <a:pt x="169" y="2507"/>
                  </a:cubicBezTo>
                  <a:lnTo>
                    <a:pt x="169" y="2507"/>
                  </a:lnTo>
                  <a:cubicBezTo>
                    <a:pt x="167" y="2519"/>
                    <a:pt x="161" y="2560"/>
                    <a:pt x="170" y="2578"/>
                  </a:cubicBezTo>
                  <a:cubicBezTo>
                    <a:pt x="191" y="2493"/>
                    <a:pt x="202" y="2450"/>
                    <a:pt x="213" y="2450"/>
                  </a:cubicBezTo>
                  <a:lnTo>
                    <a:pt x="213" y="2493"/>
                  </a:lnTo>
                  <a:cubicBezTo>
                    <a:pt x="213" y="2471"/>
                    <a:pt x="223" y="2461"/>
                    <a:pt x="223" y="2450"/>
                  </a:cubicBezTo>
                  <a:cubicBezTo>
                    <a:pt x="223" y="2429"/>
                    <a:pt x="234" y="2429"/>
                    <a:pt x="234" y="2429"/>
                  </a:cubicBezTo>
                  <a:lnTo>
                    <a:pt x="234" y="2450"/>
                  </a:lnTo>
                  <a:lnTo>
                    <a:pt x="234" y="2461"/>
                  </a:lnTo>
                  <a:cubicBezTo>
                    <a:pt x="286" y="2292"/>
                    <a:pt x="371" y="2111"/>
                    <a:pt x="456" y="1941"/>
                  </a:cubicBezTo>
                  <a:cubicBezTo>
                    <a:pt x="552" y="1771"/>
                    <a:pt x="647" y="1602"/>
                    <a:pt x="743" y="1453"/>
                  </a:cubicBezTo>
                  <a:cubicBezTo>
                    <a:pt x="785" y="1390"/>
                    <a:pt x="849" y="1283"/>
                    <a:pt x="902" y="1220"/>
                  </a:cubicBezTo>
                  <a:lnTo>
                    <a:pt x="934" y="1188"/>
                  </a:lnTo>
                  <a:cubicBezTo>
                    <a:pt x="934" y="1177"/>
                    <a:pt x="944" y="1156"/>
                    <a:pt x="965" y="1146"/>
                  </a:cubicBezTo>
                  <a:cubicBezTo>
                    <a:pt x="986" y="1125"/>
                    <a:pt x="1008" y="1104"/>
                    <a:pt x="1019" y="1082"/>
                  </a:cubicBezTo>
                  <a:cubicBezTo>
                    <a:pt x="1050" y="1040"/>
                    <a:pt x="1040" y="1040"/>
                    <a:pt x="1050" y="1019"/>
                  </a:cubicBezTo>
                  <a:cubicBezTo>
                    <a:pt x="1071" y="986"/>
                    <a:pt x="1093" y="965"/>
                    <a:pt x="1125" y="934"/>
                  </a:cubicBezTo>
                  <a:lnTo>
                    <a:pt x="1220" y="838"/>
                  </a:lnTo>
                  <a:cubicBezTo>
                    <a:pt x="1283" y="785"/>
                    <a:pt x="1358" y="711"/>
                    <a:pt x="1422" y="658"/>
                  </a:cubicBezTo>
                  <a:cubicBezTo>
                    <a:pt x="1559" y="552"/>
                    <a:pt x="1665" y="467"/>
                    <a:pt x="1655" y="456"/>
                  </a:cubicBezTo>
                  <a:cubicBezTo>
                    <a:pt x="1740" y="392"/>
                    <a:pt x="1793" y="361"/>
                    <a:pt x="1846" y="319"/>
                  </a:cubicBezTo>
                  <a:cubicBezTo>
                    <a:pt x="1867" y="297"/>
                    <a:pt x="1899" y="276"/>
                    <a:pt x="1931" y="255"/>
                  </a:cubicBezTo>
                  <a:cubicBezTo>
                    <a:pt x="1941" y="244"/>
                    <a:pt x="1962" y="234"/>
                    <a:pt x="1984" y="223"/>
                  </a:cubicBezTo>
                  <a:cubicBezTo>
                    <a:pt x="1995" y="223"/>
                    <a:pt x="2005" y="213"/>
                    <a:pt x="2016" y="202"/>
                  </a:cubicBezTo>
                  <a:cubicBezTo>
                    <a:pt x="2026" y="202"/>
                    <a:pt x="2037" y="191"/>
                    <a:pt x="2047" y="191"/>
                  </a:cubicBezTo>
                  <a:cubicBezTo>
                    <a:pt x="2058" y="180"/>
                    <a:pt x="2079" y="170"/>
                    <a:pt x="2101" y="159"/>
                  </a:cubicBezTo>
                  <a:cubicBezTo>
                    <a:pt x="2111" y="149"/>
                    <a:pt x="2122" y="149"/>
                    <a:pt x="2132" y="138"/>
                  </a:cubicBezTo>
                  <a:lnTo>
                    <a:pt x="2132" y="149"/>
                  </a:lnTo>
                  <a:lnTo>
                    <a:pt x="2132" y="159"/>
                  </a:lnTo>
                  <a:cubicBezTo>
                    <a:pt x="2132" y="223"/>
                    <a:pt x="2122" y="286"/>
                    <a:pt x="2111" y="361"/>
                  </a:cubicBezTo>
                  <a:cubicBezTo>
                    <a:pt x="2101" y="531"/>
                    <a:pt x="2079" y="722"/>
                    <a:pt x="2058" y="913"/>
                  </a:cubicBezTo>
                  <a:cubicBezTo>
                    <a:pt x="2047" y="1114"/>
                    <a:pt x="2026" y="1316"/>
                    <a:pt x="2005" y="1507"/>
                  </a:cubicBezTo>
                  <a:cubicBezTo>
                    <a:pt x="2005" y="1549"/>
                    <a:pt x="1995" y="1580"/>
                    <a:pt x="1995" y="1623"/>
                  </a:cubicBezTo>
                  <a:cubicBezTo>
                    <a:pt x="1995" y="1655"/>
                    <a:pt x="1984" y="1687"/>
                    <a:pt x="1984" y="1729"/>
                  </a:cubicBezTo>
                  <a:cubicBezTo>
                    <a:pt x="1973" y="1825"/>
                    <a:pt x="1973" y="1920"/>
                    <a:pt x="1995" y="2016"/>
                  </a:cubicBezTo>
                  <a:cubicBezTo>
                    <a:pt x="2005" y="2058"/>
                    <a:pt x="2026" y="2101"/>
                    <a:pt x="2047" y="2153"/>
                  </a:cubicBezTo>
                  <a:cubicBezTo>
                    <a:pt x="2068" y="2196"/>
                    <a:pt x="2101" y="2238"/>
                    <a:pt x="2143" y="2270"/>
                  </a:cubicBezTo>
                  <a:cubicBezTo>
                    <a:pt x="2186" y="2302"/>
                    <a:pt x="2228" y="2313"/>
                    <a:pt x="2281" y="2323"/>
                  </a:cubicBezTo>
                  <a:lnTo>
                    <a:pt x="2313" y="2323"/>
                  </a:lnTo>
                  <a:cubicBezTo>
                    <a:pt x="2355" y="2323"/>
                    <a:pt x="2398" y="2313"/>
                    <a:pt x="2429" y="2292"/>
                  </a:cubicBezTo>
                  <a:lnTo>
                    <a:pt x="2493" y="2259"/>
                  </a:lnTo>
                  <a:lnTo>
                    <a:pt x="2546" y="2207"/>
                  </a:lnTo>
                  <a:cubicBezTo>
                    <a:pt x="2578" y="2174"/>
                    <a:pt x="2599" y="2132"/>
                    <a:pt x="2620" y="2101"/>
                  </a:cubicBezTo>
                  <a:cubicBezTo>
                    <a:pt x="2662" y="2016"/>
                    <a:pt x="2695" y="1941"/>
                    <a:pt x="2716" y="1856"/>
                  </a:cubicBezTo>
                  <a:cubicBezTo>
                    <a:pt x="2726" y="1835"/>
                    <a:pt x="2726" y="1814"/>
                    <a:pt x="2726" y="1793"/>
                  </a:cubicBezTo>
                  <a:lnTo>
                    <a:pt x="2737" y="1761"/>
                  </a:lnTo>
                  <a:cubicBezTo>
                    <a:pt x="2737" y="1750"/>
                    <a:pt x="2737" y="1740"/>
                    <a:pt x="2747" y="1729"/>
                  </a:cubicBezTo>
                  <a:cubicBezTo>
                    <a:pt x="2747" y="1698"/>
                    <a:pt x="2758" y="1655"/>
                    <a:pt x="2780" y="1623"/>
                  </a:cubicBezTo>
                  <a:cubicBezTo>
                    <a:pt x="2801" y="1549"/>
                    <a:pt x="2832" y="1474"/>
                    <a:pt x="2875" y="1422"/>
                  </a:cubicBezTo>
                  <a:cubicBezTo>
                    <a:pt x="2928" y="1358"/>
                    <a:pt x="2981" y="1316"/>
                    <a:pt x="3044" y="1305"/>
                  </a:cubicBezTo>
                  <a:cubicBezTo>
                    <a:pt x="3044" y="1294"/>
                    <a:pt x="3055" y="1294"/>
                    <a:pt x="3066" y="1294"/>
                  </a:cubicBezTo>
                  <a:lnTo>
                    <a:pt x="3087" y="1294"/>
                  </a:lnTo>
                  <a:cubicBezTo>
                    <a:pt x="3108" y="1305"/>
                    <a:pt x="3119" y="1305"/>
                    <a:pt x="3129" y="1305"/>
                  </a:cubicBezTo>
                  <a:cubicBezTo>
                    <a:pt x="3140" y="1316"/>
                    <a:pt x="3150" y="1316"/>
                    <a:pt x="3161" y="1316"/>
                  </a:cubicBezTo>
                  <a:cubicBezTo>
                    <a:pt x="3161" y="1326"/>
                    <a:pt x="3172" y="1326"/>
                    <a:pt x="3183" y="1326"/>
                  </a:cubicBezTo>
                  <a:lnTo>
                    <a:pt x="3214" y="1358"/>
                  </a:lnTo>
                  <a:lnTo>
                    <a:pt x="3278" y="1453"/>
                  </a:lnTo>
                  <a:cubicBezTo>
                    <a:pt x="3299" y="1485"/>
                    <a:pt x="3310" y="1517"/>
                    <a:pt x="3331" y="1559"/>
                  </a:cubicBezTo>
                  <a:cubicBezTo>
                    <a:pt x="3352" y="1592"/>
                    <a:pt x="3363" y="1623"/>
                    <a:pt x="3384" y="1665"/>
                  </a:cubicBezTo>
                  <a:cubicBezTo>
                    <a:pt x="3405" y="1708"/>
                    <a:pt x="3426" y="1740"/>
                    <a:pt x="3458" y="1771"/>
                  </a:cubicBezTo>
                  <a:cubicBezTo>
                    <a:pt x="3490" y="1814"/>
                    <a:pt x="3522" y="1846"/>
                    <a:pt x="3564" y="1867"/>
                  </a:cubicBezTo>
                  <a:cubicBezTo>
                    <a:pt x="3607" y="1889"/>
                    <a:pt x="3649" y="1910"/>
                    <a:pt x="3702" y="1910"/>
                  </a:cubicBezTo>
                  <a:cubicBezTo>
                    <a:pt x="3713" y="1910"/>
                    <a:pt x="3734" y="1920"/>
                    <a:pt x="3744" y="1920"/>
                  </a:cubicBezTo>
                  <a:cubicBezTo>
                    <a:pt x="3777" y="1920"/>
                    <a:pt x="3808" y="1910"/>
                    <a:pt x="3840" y="1910"/>
                  </a:cubicBezTo>
                  <a:lnTo>
                    <a:pt x="3968" y="1877"/>
                  </a:lnTo>
                  <a:cubicBezTo>
                    <a:pt x="4010" y="1867"/>
                    <a:pt x="4052" y="1846"/>
                    <a:pt x="4084" y="1835"/>
                  </a:cubicBezTo>
                  <a:cubicBezTo>
                    <a:pt x="4126" y="1814"/>
                    <a:pt x="4169" y="1804"/>
                    <a:pt x="4211" y="1793"/>
                  </a:cubicBezTo>
                  <a:cubicBezTo>
                    <a:pt x="4286" y="1761"/>
                    <a:pt x="4371" y="1740"/>
                    <a:pt x="4455" y="1719"/>
                  </a:cubicBezTo>
                  <a:cubicBezTo>
                    <a:pt x="4498" y="1719"/>
                    <a:pt x="4540" y="1708"/>
                    <a:pt x="4583" y="1698"/>
                  </a:cubicBezTo>
                  <a:cubicBezTo>
                    <a:pt x="4604" y="1698"/>
                    <a:pt x="4625" y="1687"/>
                    <a:pt x="4646" y="1687"/>
                  </a:cubicBezTo>
                  <a:cubicBezTo>
                    <a:pt x="4668" y="1687"/>
                    <a:pt x="4689" y="1676"/>
                    <a:pt x="4720" y="1676"/>
                  </a:cubicBezTo>
                  <a:cubicBezTo>
                    <a:pt x="4996" y="1634"/>
                    <a:pt x="5293" y="1634"/>
                    <a:pt x="5580" y="1634"/>
                  </a:cubicBezTo>
                  <a:lnTo>
                    <a:pt x="5813" y="1634"/>
                  </a:lnTo>
                  <a:cubicBezTo>
                    <a:pt x="6184" y="1634"/>
                    <a:pt x="6556" y="1634"/>
                    <a:pt x="6916" y="1644"/>
                  </a:cubicBezTo>
                  <a:cubicBezTo>
                    <a:pt x="7648" y="1644"/>
                    <a:pt x="8348" y="1655"/>
                    <a:pt x="8974" y="1665"/>
                  </a:cubicBezTo>
                  <a:cubicBezTo>
                    <a:pt x="10247" y="1698"/>
                    <a:pt x="11233" y="1719"/>
                    <a:pt x="11594" y="1729"/>
                  </a:cubicBezTo>
                  <a:lnTo>
                    <a:pt x="11806" y="1719"/>
                  </a:lnTo>
                  <a:cubicBezTo>
                    <a:pt x="11329" y="1687"/>
                    <a:pt x="9748" y="1676"/>
                    <a:pt x="9048" y="1655"/>
                  </a:cubicBezTo>
                  <a:cubicBezTo>
                    <a:pt x="8804" y="1655"/>
                    <a:pt x="8613" y="1646"/>
                    <a:pt x="8468" y="1644"/>
                  </a:cubicBezTo>
                  <a:lnTo>
                    <a:pt x="8468" y="1644"/>
                  </a:lnTo>
                  <a:cubicBezTo>
                    <a:pt x="8572" y="1645"/>
                    <a:pt x="8781" y="1647"/>
                    <a:pt x="9048" y="1655"/>
                  </a:cubicBezTo>
                  <a:cubicBezTo>
                    <a:pt x="9260" y="1655"/>
                    <a:pt x="9493" y="1665"/>
                    <a:pt x="9780" y="1665"/>
                  </a:cubicBezTo>
                  <a:cubicBezTo>
                    <a:pt x="9430" y="1655"/>
                    <a:pt x="9090" y="1634"/>
                    <a:pt x="8847" y="1623"/>
                  </a:cubicBezTo>
                  <a:lnTo>
                    <a:pt x="8305" y="1623"/>
                  </a:lnTo>
                  <a:cubicBezTo>
                    <a:pt x="7510" y="1613"/>
                    <a:pt x="6736" y="1602"/>
                    <a:pt x="5940" y="1592"/>
                  </a:cubicBezTo>
                  <a:cubicBezTo>
                    <a:pt x="5798" y="1581"/>
                    <a:pt x="5588" y="1580"/>
                    <a:pt x="5366" y="1580"/>
                  </a:cubicBezTo>
                  <a:lnTo>
                    <a:pt x="5366" y="1580"/>
                  </a:lnTo>
                  <a:cubicBezTo>
                    <a:pt x="5373" y="1580"/>
                    <a:pt x="5381" y="1580"/>
                    <a:pt x="5389" y="1580"/>
                  </a:cubicBezTo>
                  <a:lnTo>
                    <a:pt x="5622" y="1580"/>
                  </a:lnTo>
                  <a:lnTo>
                    <a:pt x="6492" y="1592"/>
                  </a:lnTo>
                  <a:lnTo>
                    <a:pt x="8242" y="1613"/>
                  </a:lnTo>
                  <a:cubicBezTo>
                    <a:pt x="8229" y="1608"/>
                    <a:pt x="8216" y="1605"/>
                    <a:pt x="8203" y="1604"/>
                  </a:cubicBezTo>
                  <a:lnTo>
                    <a:pt x="8203" y="1604"/>
                  </a:lnTo>
                  <a:lnTo>
                    <a:pt x="8423" y="1613"/>
                  </a:lnTo>
                  <a:lnTo>
                    <a:pt x="8496" y="1613"/>
                  </a:lnTo>
                  <a:cubicBezTo>
                    <a:pt x="8274" y="1580"/>
                    <a:pt x="5993" y="1538"/>
                    <a:pt x="5590" y="1538"/>
                  </a:cubicBezTo>
                  <a:lnTo>
                    <a:pt x="5580" y="1538"/>
                  </a:lnTo>
                  <a:cubicBezTo>
                    <a:pt x="5431" y="1538"/>
                    <a:pt x="5283" y="1538"/>
                    <a:pt x="5134" y="1549"/>
                  </a:cubicBezTo>
                  <a:cubicBezTo>
                    <a:pt x="4975" y="1559"/>
                    <a:pt x="4826" y="1570"/>
                    <a:pt x="4657" y="1602"/>
                  </a:cubicBezTo>
                  <a:cubicBezTo>
                    <a:pt x="4540" y="1613"/>
                    <a:pt x="4444" y="1623"/>
                    <a:pt x="4360" y="1655"/>
                  </a:cubicBezTo>
                  <a:cubicBezTo>
                    <a:pt x="4349" y="1655"/>
                    <a:pt x="4338" y="1655"/>
                    <a:pt x="4317" y="1665"/>
                  </a:cubicBezTo>
                  <a:cubicBezTo>
                    <a:pt x="4307" y="1665"/>
                    <a:pt x="4286" y="1676"/>
                    <a:pt x="4265" y="1687"/>
                  </a:cubicBezTo>
                  <a:cubicBezTo>
                    <a:pt x="4232" y="1687"/>
                    <a:pt x="4211" y="1698"/>
                    <a:pt x="4180" y="1708"/>
                  </a:cubicBezTo>
                  <a:cubicBezTo>
                    <a:pt x="4158" y="1719"/>
                    <a:pt x="4126" y="1729"/>
                    <a:pt x="4095" y="1729"/>
                  </a:cubicBezTo>
                  <a:cubicBezTo>
                    <a:pt x="4041" y="1750"/>
                    <a:pt x="3999" y="1771"/>
                    <a:pt x="3946" y="1782"/>
                  </a:cubicBezTo>
                  <a:cubicBezTo>
                    <a:pt x="3893" y="1804"/>
                    <a:pt x="3850" y="1814"/>
                    <a:pt x="3798" y="1814"/>
                  </a:cubicBezTo>
                  <a:cubicBezTo>
                    <a:pt x="3787" y="1825"/>
                    <a:pt x="3766" y="1825"/>
                    <a:pt x="3744" y="1825"/>
                  </a:cubicBezTo>
                  <a:cubicBezTo>
                    <a:pt x="3723" y="1825"/>
                    <a:pt x="3702" y="1825"/>
                    <a:pt x="3681" y="1814"/>
                  </a:cubicBezTo>
                  <a:cubicBezTo>
                    <a:pt x="3649" y="1814"/>
                    <a:pt x="3617" y="1793"/>
                    <a:pt x="3586" y="1771"/>
                  </a:cubicBezTo>
                  <a:cubicBezTo>
                    <a:pt x="3553" y="1740"/>
                    <a:pt x="3532" y="1698"/>
                    <a:pt x="3511" y="1655"/>
                  </a:cubicBezTo>
                  <a:cubicBezTo>
                    <a:pt x="3490" y="1613"/>
                    <a:pt x="3469" y="1570"/>
                    <a:pt x="3458" y="1538"/>
                  </a:cubicBezTo>
                  <a:cubicBezTo>
                    <a:pt x="3447" y="1496"/>
                    <a:pt x="3437" y="1474"/>
                    <a:pt x="3426" y="1464"/>
                  </a:cubicBezTo>
                  <a:cubicBezTo>
                    <a:pt x="3395" y="1432"/>
                    <a:pt x="3384" y="1422"/>
                    <a:pt x="3374" y="1401"/>
                  </a:cubicBezTo>
                  <a:cubicBezTo>
                    <a:pt x="3363" y="1379"/>
                    <a:pt x="3352" y="1358"/>
                    <a:pt x="3331" y="1326"/>
                  </a:cubicBezTo>
                  <a:cubicBezTo>
                    <a:pt x="3320" y="1305"/>
                    <a:pt x="3310" y="1294"/>
                    <a:pt x="3289" y="1273"/>
                  </a:cubicBezTo>
                  <a:cubicBezTo>
                    <a:pt x="3267" y="1241"/>
                    <a:pt x="3235" y="1220"/>
                    <a:pt x="3193" y="1199"/>
                  </a:cubicBezTo>
                  <a:cubicBezTo>
                    <a:pt x="3172" y="1199"/>
                    <a:pt x="3129" y="1188"/>
                    <a:pt x="3087" y="1188"/>
                  </a:cubicBezTo>
                  <a:lnTo>
                    <a:pt x="3066" y="1188"/>
                  </a:lnTo>
                  <a:cubicBezTo>
                    <a:pt x="3044" y="1188"/>
                    <a:pt x="3013" y="1188"/>
                    <a:pt x="2992" y="1199"/>
                  </a:cubicBezTo>
                  <a:cubicBezTo>
                    <a:pt x="2970" y="1210"/>
                    <a:pt x="2938" y="1220"/>
                    <a:pt x="2928" y="1231"/>
                  </a:cubicBezTo>
                  <a:cubicBezTo>
                    <a:pt x="2896" y="1252"/>
                    <a:pt x="2864" y="1262"/>
                    <a:pt x="2843" y="1283"/>
                  </a:cubicBezTo>
                  <a:cubicBezTo>
                    <a:pt x="2832" y="1305"/>
                    <a:pt x="2811" y="1326"/>
                    <a:pt x="2801" y="1347"/>
                  </a:cubicBezTo>
                  <a:cubicBezTo>
                    <a:pt x="2769" y="1390"/>
                    <a:pt x="2747" y="1422"/>
                    <a:pt x="2726" y="1464"/>
                  </a:cubicBezTo>
                  <a:cubicBezTo>
                    <a:pt x="2705" y="1496"/>
                    <a:pt x="2695" y="1538"/>
                    <a:pt x="2673" y="1592"/>
                  </a:cubicBezTo>
                  <a:cubicBezTo>
                    <a:pt x="2673" y="1613"/>
                    <a:pt x="2662" y="1644"/>
                    <a:pt x="2652" y="1665"/>
                  </a:cubicBezTo>
                  <a:cubicBezTo>
                    <a:pt x="2652" y="1687"/>
                    <a:pt x="2652" y="1698"/>
                    <a:pt x="2641" y="1719"/>
                  </a:cubicBezTo>
                  <a:lnTo>
                    <a:pt x="2641" y="1761"/>
                  </a:lnTo>
                  <a:cubicBezTo>
                    <a:pt x="2620" y="1856"/>
                    <a:pt x="2599" y="1931"/>
                    <a:pt x="2567" y="1995"/>
                  </a:cubicBezTo>
                  <a:cubicBezTo>
                    <a:pt x="2546" y="2058"/>
                    <a:pt x="2514" y="2101"/>
                    <a:pt x="2483" y="2143"/>
                  </a:cubicBezTo>
                  <a:cubicBezTo>
                    <a:pt x="2440" y="2174"/>
                    <a:pt x="2408" y="2207"/>
                    <a:pt x="2355" y="2228"/>
                  </a:cubicBezTo>
                  <a:lnTo>
                    <a:pt x="2270" y="2228"/>
                  </a:lnTo>
                  <a:cubicBezTo>
                    <a:pt x="2259" y="2228"/>
                    <a:pt x="2238" y="2217"/>
                    <a:pt x="2228" y="2217"/>
                  </a:cubicBezTo>
                  <a:cubicBezTo>
                    <a:pt x="2217" y="2207"/>
                    <a:pt x="2196" y="2207"/>
                    <a:pt x="2186" y="2196"/>
                  </a:cubicBezTo>
                  <a:cubicBezTo>
                    <a:pt x="2175" y="2186"/>
                    <a:pt x="2143" y="2164"/>
                    <a:pt x="2122" y="2122"/>
                  </a:cubicBezTo>
                  <a:cubicBezTo>
                    <a:pt x="2090" y="2079"/>
                    <a:pt x="2068" y="2005"/>
                    <a:pt x="2068" y="1941"/>
                  </a:cubicBezTo>
                  <a:cubicBezTo>
                    <a:pt x="2058" y="1867"/>
                    <a:pt x="2058" y="1804"/>
                    <a:pt x="2058" y="1750"/>
                  </a:cubicBezTo>
                  <a:lnTo>
                    <a:pt x="2058" y="1687"/>
                  </a:lnTo>
                  <a:lnTo>
                    <a:pt x="2058" y="1665"/>
                  </a:lnTo>
                  <a:cubicBezTo>
                    <a:pt x="2111" y="1231"/>
                    <a:pt x="2122" y="955"/>
                    <a:pt x="2175" y="626"/>
                  </a:cubicBezTo>
                  <a:cubicBezTo>
                    <a:pt x="2175" y="520"/>
                    <a:pt x="2186" y="414"/>
                    <a:pt x="2196" y="308"/>
                  </a:cubicBezTo>
                  <a:cubicBezTo>
                    <a:pt x="2207" y="244"/>
                    <a:pt x="2207" y="180"/>
                    <a:pt x="2217" y="106"/>
                  </a:cubicBezTo>
                  <a:lnTo>
                    <a:pt x="2217" y="53"/>
                  </a:lnTo>
                  <a:lnTo>
                    <a:pt x="2228" y="22"/>
                  </a:lnTo>
                  <a:lnTo>
                    <a:pt x="2228" y="11"/>
                  </a:lnTo>
                  <a:lnTo>
                    <a:pt x="2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2"/>
            <p:cNvSpPr/>
            <p:nvPr/>
          </p:nvSpPr>
          <p:spPr>
            <a:xfrm>
              <a:off x="6758553" y="413185"/>
              <a:ext cx="196601" cy="217587"/>
            </a:xfrm>
            <a:custGeom>
              <a:avLst/>
              <a:gdLst/>
              <a:ahLst/>
              <a:cxnLst/>
              <a:rect l="l" t="t" r="r" b="b"/>
              <a:pathLst>
                <a:path w="1602" h="1773" extrusionOk="0">
                  <a:moveTo>
                    <a:pt x="1558" y="1025"/>
                  </a:moveTo>
                  <a:cubicBezTo>
                    <a:pt x="1557" y="1036"/>
                    <a:pt x="1555" y="1045"/>
                    <a:pt x="1549" y="1051"/>
                  </a:cubicBezTo>
                  <a:lnTo>
                    <a:pt x="1549" y="1040"/>
                  </a:lnTo>
                  <a:cubicBezTo>
                    <a:pt x="1549" y="1040"/>
                    <a:pt x="1556" y="1033"/>
                    <a:pt x="1558" y="1025"/>
                  </a:cubicBezTo>
                  <a:close/>
                  <a:moveTo>
                    <a:pt x="1549" y="1083"/>
                  </a:moveTo>
                  <a:lnTo>
                    <a:pt x="1549" y="1094"/>
                  </a:lnTo>
                  <a:cubicBezTo>
                    <a:pt x="1538" y="1115"/>
                    <a:pt x="1538" y="1125"/>
                    <a:pt x="1538" y="1136"/>
                  </a:cubicBezTo>
                  <a:cubicBezTo>
                    <a:pt x="1528" y="1146"/>
                    <a:pt x="1528" y="1157"/>
                    <a:pt x="1528" y="1167"/>
                  </a:cubicBezTo>
                  <a:lnTo>
                    <a:pt x="1517" y="1178"/>
                  </a:lnTo>
                  <a:cubicBezTo>
                    <a:pt x="1517" y="1167"/>
                    <a:pt x="1528" y="1157"/>
                    <a:pt x="1528" y="1146"/>
                  </a:cubicBezTo>
                  <a:cubicBezTo>
                    <a:pt x="1538" y="1125"/>
                    <a:pt x="1538" y="1115"/>
                    <a:pt x="1549" y="1083"/>
                  </a:cubicBezTo>
                  <a:close/>
                  <a:moveTo>
                    <a:pt x="1409" y="1276"/>
                  </a:moveTo>
                  <a:cubicBezTo>
                    <a:pt x="1360" y="1373"/>
                    <a:pt x="1283" y="1449"/>
                    <a:pt x="1191" y="1504"/>
                  </a:cubicBezTo>
                  <a:lnTo>
                    <a:pt x="1191" y="1504"/>
                  </a:lnTo>
                  <a:lnTo>
                    <a:pt x="1209" y="1486"/>
                  </a:lnTo>
                  <a:cubicBezTo>
                    <a:pt x="1220" y="1475"/>
                    <a:pt x="1231" y="1464"/>
                    <a:pt x="1252" y="1454"/>
                  </a:cubicBezTo>
                  <a:lnTo>
                    <a:pt x="1283" y="1422"/>
                  </a:lnTo>
                  <a:cubicBezTo>
                    <a:pt x="1294" y="1412"/>
                    <a:pt x="1305" y="1401"/>
                    <a:pt x="1305" y="1391"/>
                  </a:cubicBezTo>
                  <a:cubicBezTo>
                    <a:pt x="1316" y="1391"/>
                    <a:pt x="1326" y="1380"/>
                    <a:pt x="1337" y="1369"/>
                  </a:cubicBezTo>
                  <a:cubicBezTo>
                    <a:pt x="1337" y="1358"/>
                    <a:pt x="1347" y="1348"/>
                    <a:pt x="1358" y="1337"/>
                  </a:cubicBezTo>
                  <a:cubicBezTo>
                    <a:pt x="1368" y="1337"/>
                    <a:pt x="1368" y="1327"/>
                    <a:pt x="1379" y="1316"/>
                  </a:cubicBezTo>
                  <a:cubicBezTo>
                    <a:pt x="1389" y="1296"/>
                    <a:pt x="1399" y="1286"/>
                    <a:pt x="1409" y="1276"/>
                  </a:cubicBezTo>
                  <a:close/>
                  <a:moveTo>
                    <a:pt x="1148" y="1528"/>
                  </a:moveTo>
                  <a:cubicBezTo>
                    <a:pt x="1140" y="1532"/>
                    <a:pt x="1132" y="1536"/>
                    <a:pt x="1125" y="1539"/>
                  </a:cubicBezTo>
                  <a:lnTo>
                    <a:pt x="1146" y="1528"/>
                  </a:lnTo>
                  <a:cubicBezTo>
                    <a:pt x="1146" y="1528"/>
                    <a:pt x="1147" y="1528"/>
                    <a:pt x="1148" y="1528"/>
                  </a:cubicBezTo>
                  <a:close/>
                  <a:moveTo>
                    <a:pt x="1082" y="1563"/>
                  </a:moveTo>
                  <a:cubicBezTo>
                    <a:pt x="1074" y="1566"/>
                    <a:pt x="1064" y="1571"/>
                    <a:pt x="1050" y="1571"/>
                  </a:cubicBezTo>
                  <a:lnTo>
                    <a:pt x="1082" y="1563"/>
                  </a:lnTo>
                  <a:close/>
                  <a:moveTo>
                    <a:pt x="753" y="1634"/>
                  </a:moveTo>
                  <a:cubicBezTo>
                    <a:pt x="774" y="1634"/>
                    <a:pt x="785" y="1645"/>
                    <a:pt x="806" y="1645"/>
                  </a:cubicBezTo>
                  <a:lnTo>
                    <a:pt x="785" y="1645"/>
                  </a:lnTo>
                  <a:cubicBezTo>
                    <a:pt x="774" y="1645"/>
                    <a:pt x="764" y="1645"/>
                    <a:pt x="753" y="1634"/>
                  </a:cubicBezTo>
                  <a:close/>
                  <a:moveTo>
                    <a:pt x="764" y="1"/>
                  </a:moveTo>
                  <a:cubicBezTo>
                    <a:pt x="711" y="1"/>
                    <a:pt x="668" y="12"/>
                    <a:pt x="626" y="22"/>
                  </a:cubicBezTo>
                  <a:cubicBezTo>
                    <a:pt x="615" y="33"/>
                    <a:pt x="594" y="43"/>
                    <a:pt x="583" y="43"/>
                  </a:cubicBezTo>
                  <a:cubicBezTo>
                    <a:pt x="562" y="54"/>
                    <a:pt x="552" y="64"/>
                    <a:pt x="541" y="75"/>
                  </a:cubicBezTo>
                  <a:cubicBezTo>
                    <a:pt x="520" y="85"/>
                    <a:pt x="488" y="85"/>
                    <a:pt x="477" y="85"/>
                  </a:cubicBezTo>
                  <a:cubicBezTo>
                    <a:pt x="467" y="107"/>
                    <a:pt x="477" y="128"/>
                    <a:pt x="477" y="149"/>
                  </a:cubicBezTo>
                  <a:cubicBezTo>
                    <a:pt x="435" y="149"/>
                    <a:pt x="361" y="181"/>
                    <a:pt x="318" y="203"/>
                  </a:cubicBezTo>
                  <a:cubicBezTo>
                    <a:pt x="286" y="224"/>
                    <a:pt x="265" y="245"/>
                    <a:pt x="255" y="255"/>
                  </a:cubicBezTo>
                  <a:cubicBezTo>
                    <a:pt x="244" y="276"/>
                    <a:pt x="244" y="287"/>
                    <a:pt x="255" y="298"/>
                  </a:cubicBezTo>
                  <a:cubicBezTo>
                    <a:pt x="234" y="319"/>
                    <a:pt x="223" y="340"/>
                    <a:pt x="212" y="361"/>
                  </a:cubicBezTo>
                  <a:cubicBezTo>
                    <a:pt x="201" y="372"/>
                    <a:pt x="191" y="394"/>
                    <a:pt x="170" y="425"/>
                  </a:cubicBezTo>
                  <a:cubicBezTo>
                    <a:pt x="117" y="500"/>
                    <a:pt x="64" y="606"/>
                    <a:pt x="32" y="712"/>
                  </a:cubicBezTo>
                  <a:cubicBezTo>
                    <a:pt x="21" y="775"/>
                    <a:pt x="0" y="828"/>
                    <a:pt x="0" y="892"/>
                  </a:cubicBezTo>
                  <a:lnTo>
                    <a:pt x="0" y="955"/>
                  </a:lnTo>
                  <a:cubicBezTo>
                    <a:pt x="0" y="1061"/>
                    <a:pt x="10" y="1167"/>
                    <a:pt x="53" y="1263"/>
                  </a:cubicBezTo>
                  <a:cubicBezTo>
                    <a:pt x="85" y="1369"/>
                    <a:pt x="128" y="1454"/>
                    <a:pt x="191" y="1528"/>
                  </a:cubicBezTo>
                  <a:cubicBezTo>
                    <a:pt x="255" y="1603"/>
                    <a:pt x="340" y="1666"/>
                    <a:pt x="425" y="1709"/>
                  </a:cubicBezTo>
                  <a:cubicBezTo>
                    <a:pt x="509" y="1751"/>
                    <a:pt x="615" y="1772"/>
                    <a:pt x="711" y="1772"/>
                  </a:cubicBezTo>
                  <a:lnTo>
                    <a:pt x="732" y="1772"/>
                  </a:lnTo>
                  <a:cubicBezTo>
                    <a:pt x="849" y="1772"/>
                    <a:pt x="955" y="1751"/>
                    <a:pt x="1050" y="1709"/>
                  </a:cubicBezTo>
                  <a:cubicBezTo>
                    <a:pt x="1156" y="1677"/>
                    <a:pt x="1252" y="1613"/>
                    <a:pt x="1326" y="1549"/>
                  </a:cubicBezTo>
                  <a:cubicBezTo>
                    <a:pt x="1411" y="1475"/>
                    <a:pt x="1474" y="1391"/>
                    <a:pt x="1517" y="1306"/>
                  </a:cubicBezTo>
                  <a:cubicBezTo>
                    <a:pt x="1559" y="1210"/>
                    <a:pt x="1580" y="1115"/>
                    <a:pt x="1591" y="1019"/>
                  </a:cubicBezTo>
                  <a:cubicBezTo>
                    <a:pt x="1602" y="924"/>
                    <a:pt x="1591" y="839"/>
                    <a:pt x="1570" y="754"/>
                  </a:cubicBezTo>
                  <a:cubicBezTo>
                    <a:pt x="1570" y="712"/>
                    <a:pt x="1559" y="679"/>
                    <a:pt x="1549" y="637"/>
                  </a:cubicBezTo>
                  <a:cubicBezTo>
                    <a:pt x="1538" y="616"/>
                    <a:pt x="1528" y="606"/>
                    <a:pt x="1528" y="584"/>
                  </a:cubicBezTo>
                  <a:cubicBezTo>
                    <a:pt x="1517" y="573"/>
                    <a:pt x="1517" y="573"/>
                    <a:pt x="1517" y="563"/>
                  </a:cubicBezTo>
                  <a:cubicBezTo>
                    <a:pt x="1506" y="552"/>
                    <a:pt x="1506" y="542"/>
                    <a:pt x="1495" y="542"/>
                  </a:cubicBezTo>
                  <a:cubicBezTo>
                    <a:pt x="1495" y="521"/>
                    <a:pt x="1485" y="510"/>
                    <a:pt x="1474" y="489"/>
                  </a:cubicBezTo>
                  <a:cubicBezTo>
                    <a:pt x="1464" y="478"/>
                    <a:pt x="1464" y="467"/>
                    <a:pt x="1453" y="446"/>
                  </a:cubicBezTo>
                  <a:cubicBezTo>
                    <a:pt x="1432" y="425"/>
                    <a:pt x="1422" y="404"/>
                    <a:pt x="1400" y="382"/>
                  </a:cubicBezTo>
                  <a:cubicBezTo>
                    <a:pt x="1389" y="361"/>
                    <a:pt x="1368" y="340"/>
                    <a:pt x="1358" y="330"/>
                  </a:cubicBezTo>
                  <a:lnTo>
                    <a:pt x="1316" y="287"/>
                  </a:lnTo>
                  <a:cubicBezTo>
                    <a:pt x="1294" y="287"/>
                    <a:pt x="1273" y="276"/>
                    <a:pt x="1241" y="266"/>
                  </a:cubicBezTo>
                  <a:lnTo>
                    <a:pt x="1241" y="266"/>
                  </a:lnTo>
                  <a:cubicBezTo>
                    <a:pt x="1262" y="287"/>
                    <a:pt x="1273" y="309"/>
                    <a:pt x="1294" y="319"/>
                  </a:cubicBezTo>
                  <a:cubicBezTo>
                    <a:pt x="1294" y="330"/>
                    <a:pt x="1305" y="330"/>
                    <a:pt x="1305" y="330"/>
                  </a:cubicBezTo>
                  <a:lnTo>
                    <a:pt x="1305" y="340"/>
                  </a:lnTo>
                  <a:lnTo>
                    <a:pt x="1326" y="361"/>
                  </a:lnTo>
                  <a:lnTo>
                    <a:pt x="1358" y="394"/>
                  </a:lnTo>
                  <a:cubicBezTo>
                    <a:pt x="1400" y="446"/>
                    <a:pt x="1443" y="521"/>
                    <a:pt x="1485" y="584"/>
                  </a:cubicBezTo>
                  <a:cubicBezTo>
                    <a:pt x="1517" y="658"/>
                    <a:pt x="1538" y="743"/>
                    <a:pt x="1549" y="807"/>
                  </a:cubicBezTo>
                  <a:cubicBezTo>
                    <a:pt x="1549" y="828"/>
                    <a:pt x="1559" y="849"/>
                    <a:pt x="1559" y="860"/>
                  </a:cubicBezTo>
                  <a:lnTo>
                    <a:pt x="1559" y="881"/>
                  </a:lnTo>
                  <a:cubicBezTo>
                    <a:pt x="1559" y="870"/>
                    <a:pt x="1549" y="860"/>
                    <a:pt x="1549" y="849"/>
                  </a:cubicBezTo>
                  <a:cubicBezTo>
                    <a:pt x="1549" y="828"/>
                    <a:pt x="1549" y="818"/>
                    <a:pt x="1538" y="797"/>
                  </a:cubicBezTo>
                  <a:lnTo>
                    <a:pt x="1538" y="797"/>
                  </a:lnTo>
                  <a:cubicBezTo>
                    <a:pt x="1549" y="892"/>
                    <a:pt x="1528" y="988"/>
                    <a:pt x="1506" y="1051"/>
                  </a:cubicBezTo>
                  <a:lnTo>
                    <a:pt x="1506" y="1094"/>
                  </a:lnTo>
                  <a:cubicBezTo>
                    <a:pt x="1495" y="1104"/>
                    <a:pt x="1495" y="1115"/>
                    <a:pt x="1495" y="1125"/>
                  </a:cubicBezTo>
                  <a:cubicBezTo>
                    <a:pt x="1495" y="1136"/>
                    <a:pt x="1495" y="1146"/>
                    <a:pt x="1485" y="1157"/>
                  </a:cubicBezTo>
                  <a:cubicBezTo>
                    <a:pt x="1485" y="1167"/>
                    <a:pt x="1485" y="1178"/>
                    <a:pt x="1474" y="1189"/>
                  </a:cubicBezTo>
                  <a:cubicBezTo>
                    <a:pt x="1474" y="1221"/>
                    <a:pt x="1453" y="1242"/>
                    <a:pt x="1453" y="1263"/>
                  </a:cubicBezTo>
                  <a:cubicBezTo>
                    <a:pt x="1443" y="1285"/>
                    <a:pt x="1432" y="1295"/>
                    <a:pt x="1432" y="1306"/>
                  </a:cubicBezTo>
                  <a:lnTo>
                    <a:pt x="1411" y="1337"/>
                  </a:lnTo>
                  <a:cubicBezTo>
                    <a:pt x="1400" y="1348"/>
                    <a:pt x="1400" y="1358"/>
                    <a:pt x="1389" y="1369"/>
                  </a:cubicBezTo>
                  <a:cubicBezTo>
                    <a:pt x="1379" y="1380"/>
                    <a:pt x="1379" y="1391"/>
                    <a:pt x="1368" y="1401"/>
                  </a:cubicBezTo>
                  <a:lnTo>
                    <a:pt x="1337" y="1422"/>
                  </a:lnTo>
                  <a:lnTo>
                    <a:pt x="1326" y="1443"/>
                  </a:lnTo>
                  <a:lnTo>
                    <a:pt x="1316" y="1454"/>
                  </a:lnTo>
                  <a:cubicBezTo>
                    <a:pt x="1241" y="1528"/>
                    <a:pt x="1146" y="1582"/>
                    <a:pt x="1050" y="1613"/>
                  </a:cubicBezTo>
                  <a:cubicBezTo>
                    <a:pt x="1040" y="1613"/>
                    <a:pt x="1008" y="1624"/>
                    <a:pt x="986" y="1624"/>
                  </a:cubicBezTo>
                  <a:cubicBezTo>
                    <a:pt x="976" y="1634"/>
                    <a:pt x="965" y="1634"/>
                    <a:pt x="944" y="1634"/>
                  </a:cubicBezTo>
                  <a:cubicBezTo>
                    <a:pt x="934" y="1634"/>
                    <a:pt x="923" y="1645"/>
                    <a:pt x="901" y="1645"/>
                  </a:cubicBezTo>
                  <a:lnTo>
                    <a:pt x="806" y="1645"/>
                  </a:lnTo>
                  <a:cubicBezTo>
                    <a:pt x="859" y="1645"/>
                    <a:pt x="912" y="1634"/>
                    <a:pt x="976" y="1624"/>
                  </a:cubicBezTo>
                  <a:cubicBezTo>
                    <a:pt x="1040" y="1603"/>
                    <a:pt x="1114" y="1571"/>
                    <a:pt x="1177" y="1539"/>
                  </a:cubicBezTo>
                  <a:lnTo>
                    <a:pt x="1198" y="1518"/>
                  </a:lnTo>
                  <a:cubicBezTo>
                    <a:pt x="1209" y="1518"/>
                    <a:pt x="1209" y="1518"/>
                    <a:pt x="1220" y="1507"/>
                  </a:cubicBezTo>
                  <a:lnTo>
                    <a:pt x="1262" y="1475"/>
                  </a:lnTo>
                  <a:lnTo>
                    <a:pt x="1305" y="1433"/>
                  </a:lnTo>
                  <a:cubicBezTo>
                    <a:pt x="1316" y="1433"/>
                    <a:pt x="1316" y="1422"/>
                    <a:pt x="1326" y="1412"/>
                  </a:cubicBezTo>
                  <a:lnTo>
                    <a:pt x="1347" y="1391"/>
                  </a:lnTo>
                  <a:cubicBezTo>
                    <a:pt x="1389" y="1337"/>
                    <a:pt x="1422" y="1274"/>
                    <a:pt x="1453" y="1200"/>
                  </a:cubicBezTo>
                  <a:lnTo>
                    <a:pt x="1453" y="1200"/>
                  </a:lnTo>
                  <a:cubicBezTo>
                    <a:pt x="1443" y="1210"/>
                    <a:pt x="1443" y="1221"/>
                    <a:pt x="1432" y="1221"/>
                  </a:cubicBezTo>
                  <a:lnTo>
                    <a:pt x="1443" y="1210"/>
                  </a:lnTo>
                  <a:lnTo>
                    <a:pt x="1453" y="1189"/>
                  </a:lnTo>
                  <a:lnTo>
                    <a:pt x="1464" y="1157"/>
                  </a:lnTo>
                  <a:lnTo>
                    <a:pt x="1464" y="1136"/>
                  </a:lnTo>
                  <a:cubicBezTo>
                    <a:pt x="1453" y="1146"/>
                    <a:pt x="1443" y="1157"/>
                    <a:pt x="1432" y="1178"/>
                  </a:cubicBezTo>
                  <a:cubicBezTo>
                    <a:pt x="1432" y="1178"/>
                    <a:pt x="1432" y="1189"/>
                    <a:pt x="1422" y="1189"/>
                  </a:cubicBezTo>
                  <a:lnTo>
                    <a:pt x="1422" y="1210"/>
                  </a:lnTo>
                  <a:lnTo>
                    <a:pt x="1389" y="1242"/>
                  </a:lnTo>
                  <a:cubicBezTo>
                    <a:pt x="1358" y="1295"/>
                    <a:pt x="1305" y="1358"/>
                    <a:pt x="1252" y="1401"/>
                  </a:cubicBezTo>
                  <a:cubicBezTo>
                    <a:pt x="1188" y="1443"/>
                    <a:pt x="1125" y="1475"/>
                    <a:pt x="1071" y="1497"/>
                  </a:cubicBezTo>
                  <a:cubicBezTo>
                    <a:pt x="1040" y="1507"/>
                    <a:pt x="1008" y="1518"/>
                    <a:pt x="986" y="1528"/>
                  </a:cubicBezTo>
                  <a:cubicBezTo>
                    <a:pt x="965" y="1528"/>
                    <a:pt x="955" y="1539"/>
                    <a:pt x="944" y="1539"/>
                  </a:cubicBezTo>
                  <a:cubicBezTo>
                    <a:pt x="923" y="1539"/>
                    <a:pt x="912" y="1549"/>
                    <a:pt x="891" y="1560"/>
                  </a:cubicBezTo>
                  <a:cubicBezTo>
                    <a:pt x="880" y="1560"/>
                    <a:pt x="859" y="1571"/>
                    <a:pt x="849" y="1582"/>
                  </a:cubicBezTo>
                  <a:cubicBezTo>
                    <a:pt x="828" y="1582"/>
                    <a:pt x="806" y="1592"/>
                    <a:pt x="795" y="1592"/>
                  </a:cubicBezTo>
                  <a:cubicBezTo>
                    <a:pt x="774" y="1603"/>
                    <a:pt x="753" y="1603"/>
                    <a:pt x="732" y="1603"/>
                  </a:cubicBezTo>
                  <a:cubicBezTo>
                    <a:pt x="732" y="1603"/>
                    <a:pt x="722" y="1603"/>
                    <a:pt x="722" y="1592"/>
                  </a:cubicBezTo>
                  <a:lnTo>
                    <a:pt x="668" y="1592"/>
                  </a:lnTo>
                  <a:cubicBezTo>
                    <a:pt x="668" y="1592"/>
                    <a:pt x="658" y="1592"/>
                    <a:pt x="647" y="1603"/>
                  </a:cubicBezTo>
                  <a:cubicBezTo>
                    <a:pt x="626" y="1592"/>
                    <a:pt x="615" y="1592"/>
                    <a:pt x="604" y="1582"/>
                  </a:cubicBezTo>
                  <a:cubicBezTo>
                    <a:pt x="594" y="1582"/>
                    <a:pt x="583" y="1571"/>
                    <a:pt x="573" y="1571"/>
                  </a:cubicBezTo>
                  <a:cubicBezTo>
                    <a:pt x="562" y="1571"/>
                    <a:pt x="562" y="1560"/>
                    <a:pt x="552" y="1560"/>
                  </a:cubicBezTo>
                  <a:cubicBezTo>
                    <a:pt x="552" y="1560"/>
                    <a:pt x="541" y="1560"/>
                    <a:pt x="541" y="1549"/>
                  </a:cubicBezTo>
                  <a:lnTo>
                    <a:pt x="509" y="1549"/>
                  </a:lnTo>
                  <a:cubicBezTo>
                    <a:pt x="488" y="1539"/>
                    <a:pt x="477" y="1507"/>
                    <a:pt x="467" y="1475"/>
                  </a:cubicBezTo>
                  <a:cubicBezTo>
                    <a:pt x="456" y="1454"/>
                    <a:pt x="456" y="1433"/>
                    <a:pt x="446" y="1433"/>
                  </a:cubicBezTo>
                  <a:cubicBezTo>
                    <a:pt x="435" y="1443"/>
                    <a:pt x="425" y="1443"/>
                    <a:pt x="425" y="1443"/>
                  </a:cubicBezTo>
                  <a:cubicBezTo>
                    <a:pt x="414" y="1443"/>
                    <a:pt x="414" y="1422"/>
                    <a:pt x="392" y="1391"/>
                  </a:cubicBezTo>
                  <a:cubicBezTo>
                    <a:pt x="392" y="1391"/>
                    <a:pt x="382" y="1391"/>
                    <a:pt x="371" y="1380"/>
                  </a:cubicBezTo>
                  <a:cubicBezTo>
                    <a:pt x="361" y="1380"/>
                    <a:pt x="350" y="1380"/>
                    <a:pt x="340" y="1369"/>
                  </a:cubicBezTo>
                  <a:cubicBezTo>
                    <a:pt x="329" y="1348"/>
                    <a:pt x="318" y="1327"/>
                    <a:pt x="307" y="1316"/>
                  </a:cubicBezTo>
                  <a:cubicBezTo>
                    <a:pt x="297" y="1306"/>
                    <a:pt x="276" y="1295"/>
                    <a:pt x="255" y="1263"/>
                  </a:cubicBezTo>
                  <a:cubicBezTo>
                    <a:pt x="255" y="1252"/>
                    <a:pt x="244" y="1252"/>
                    <a:pt x="244" y="1242"/>
                  </a:cubicBezTo>
                  <a:cubicBezTo>
                    <a:pt x="234" y="1231"/>
                    <a:pt x="234" y="1221"/>
                    <a:pt x="234" y="1210"/>
                  </a:cubicBezTo>
                  <a:cubicBezTo>
                    <a:pt x="223" y="1210"/>
                    <a:pt x="223" y="1200"/>
                    <a:pt x="223" y="1189"/>
                  </a:cubicBezTo>
                  <a:cubicBezTo>
                    <a:pt x="223" y="1189"/>
                    <a:pt x="223" y="1178"/>
                    <a:pt x="212" y="1178"/>
                  </a:cubicBezTo>
                  <a:cubicBezTo>
                    <a:pt x="212" y="1157"/>
                    <a:pt x="212" y="1146"/>
                    <a:pt x="201" y="1136"/>
                  </a:cubicBezTo>
                  <a:cubicBezTo>
                    <a:pt x="201" y="1115"/>
                    <a:pt x="191" y="1104"/>
                    <a:pt x="180" y="1083"/>
                  </a:cubicBezTo>
                  <a:cubicBezTo>
                    <a:pt x="180" y="1083"/>
                    <a:pt x="170" y="1072"/>
                    <a:pt x="170" y="1061"/>
                  </a:cubicBezTo>
                  <a:cubicBezTo>
                    <a:pt x="159" y="1040"/>
                    <a:pt x="159" y="1030"/>
                    <a:pt x="149" y="1009"/>
                  </a:cubicBezTo>
                  <a:cubicBezTo>
                    <a:pt x="149" y="988"/>
                    <a:pt x="149" y="976"/>
                    <a:pt x="138" y="966"/>
                  </a:cubicBezTo>
                  <a:lnTo>
                    <a:pt x="138" y="945"/>
                  </a:lnTo>
                  <a:lnTo>
                    <a:pt x="138" y="934"/>
                  </a:lnTo>
                  <a:cubicBezTo>
                    <a:pt x="149" y="881"/>
                    <a:pt x="149" y="839"/>
                    <a:pt x="149" y="797"/>
                  </a:cubicBezTo>
                  <a:cubicBezTo>
                    <a:pt x="159" y="754"/>
                    <a:pt x="180" y="722"/>
                    <a:pt x="212" y="691"/>
                  </a:cubicBezTo>
                  <a:cubicBezTo>
                    <a:pt x="212" y="679"/>
                    <a:pt x="212" y="669"/>
                    <a:pt x="223" y="648"/>
                  </a:cubicBezTo>
                  <a:cubicBezTo>
                    <a:pt x="223" y="637"/>
                    <a:pt x="223" y="627"/>
                    <a:pt x="234" y="616"/>
                  </a:cubicBezTo>
                  <a:cubicBezTo>
                    <a:pt x="244" y="595"/>
                    <a:pt x="265" y="563"/>
                    <a:pt x="286" y="542"/>
                  </a:cubicBezTo>
                  <a:cubicBezTo>
                    <a:pt x="318" y="500"/>
                    <a:pt x="361" y="467"/>
                    <a:pt x="403" y="436"/>
                  </a:cubicBezTo>
                  <a:cubicBezTo>
                    <a:pt x="446" y="404"/>
                    <a:pt x="477" y="382"/>
                    <a:pt x="509" y="382"/>
                  </a:cubicBezTo>
                  <a:cubicBezTo>
                    <a:pt x="531" y="372"/>
                    <a:pt x="541" y="372"/>
                    <a:pt x="562" y="372"/>
                  </a:cubicBezTo>
                  <a:lnTo>
                    <a:pt x="626" y="372"/>
                  </a:lnTo>
                  <a:cubicBezTo>
                    <a:pt x="647" y="361"/>
                    <a:pt x="658" y="361"/>
                    <a:pt x="668" y="361"/>
                  </a:cubicBezTo>
                  <a:lnTo>
                    <a:pt x="689" y="361"/>
                  </a:lnTo>
                  <a:cubicBezTo>
                    <a:pt x="700" y="361"/>
                    <a:pt x="700" y="351"/>
                    <a:pt x="711" y="351"/>
                  </a:cubicBezTo>
                  <a:cubicBezTo>
                    <a:pt x="722" y="351"/>
                    <a:pt x="732" y="340"/>
                    <a:pt x="743" y="340"/>
                  </a:cubicBezTo>
                  <a:lnTo>
                    <a:pt x="743" y="351"/>
                  </a:lnTo>
                  <a:cubicBezTo>
                    <a:pt x="753" y="351"/>
                    <a:pt x="764" y="361"/>
                    <a:pt x="774" y="361"/>
                  </a:cubicBezTo>
                  <a:cubicBezTo>
                    <a:pt x="785" y="361"/>
                    <a:pt x="785" y="361"/>
                    <a:pt x="785" y="372"/>
                  </a:cubicBezTo>
                  <a:cubicBezTo>
                    <a:pt x="774" y="382"/>
                    <a:pt x="774" y="394"/>
                    <a:pt x="785" y="394"/>
                  </a:cubicBezTo>
                  <a:cubicBezTo>
                    <a:pt x="806" y="404"/>
                    <a:pt x="817" y="404"/>
                    <a:pt x="838" y="404"/>
                  </a:cubicBezTo>
                  <a:cubicBezTo>
                    <a:pt x="849" y="415"/>
                    <a:pt x="859" y="415"/>
                    <a:pt x="880" y="415"/>
                  </a:cubicBezTo>
                  <a:cubicBezTo>
                    <a:pt x="912" y="415"/>
                    <a:pt x="944" y="404"/>
                    <a:pt x="976" y="404"/>
                  </a:cubicBezTo>
                  <a:cubicBezTo>
                    <a:pt x="976" y="394"/>
                    <a:pt x="976" y="394"/>
                    <a:pt x="986" y="382"/>
                  </a:cubicBezTo>
                  <a:lnTo>
                    <a:pt x="1019" y="382"/>
                  </a:lnTo>
                  <a:cubicBezTo>
                    <a:pt x="1019" y="361"/>
                    <a:pt x="1029" y="351"/>
                    <a:pt x="1029" y="340"/>
                  </a:cubicBezTo>
                  <a:cubicBezTo>
                    <a:pt x="1040" y="319"/>
                    <a:pt x="1061" y="298"/>
                    <a:pt x="1071" y="276"/>
                  </a:cubicBezTo>
                  <a:cubicBezTo>
                    <a:pt x="1092" y="266"/>
                    <a:pt x="1114" y="245"/>
                    <a:pt x="1114" y="224"/>
                  </a:cubicBezTo>
                  <a:cubicBezTo>
                    <a:pt x="1114" y="213"/>
                    <a:pt x="1092" y="213"/>
                    <a:pt x="1071" y="192"/>
                  </a:cubicBezTo>
                  <a:cubicBezTo>
                    <a:pt x="1061" y="192"/>
                    <a:pt x="1050" y="181"/>
                    <a:pt x="1040" y="181"/>
                  </a:cubicBezTo>
                  <a:lnTo>
                    <a:pt x="1019" y="160"/>
                  </a:lnTo>
                  <a:cubicBezTo>
                    <a:pt x="1008" y="149"/>
                    <a:pt x="1029" y="139"/>
                    <a:pt x="1040" y="128"/>
                  </a:cubicBezTo>
                  <a:cubicBezTo>
                    <a:pt x="1029" y="118"/>
                    <a:pt x="1019" y="118"/>
                    <a:pt x="1019" y="118"/>
                  </a:cubicBezTo>
                  <a:lnTo>
                    <a:pt x="1008" y="107"/>
                  </a:lnTo>
                  <a:cubicBezTo>
                    <a:pt x="1008" y="97"/>
                    <a:pt x="1008" y="85"/>
                    <a:pt x="1019" y="85"/>
                  </a:cubicBezTo>
                  <a:cubicBezTo>
                    <a:pt x="1008" y="85"/>
                    <a:pt x="997" y="75"/>
                    <a:pt x="997" y="75"/>
                  </a:cubicBezTo>
                  <a:lnTo>
                    <a:pt x="1019" y="54"/>
                  </a:lnTo>
                  <a:cubicBezTo>
                    <a:pt x="955" y="33"/>
                    <a:pt x="891" y="22"/>
                    <a:pt x="817" y="12"/>
                  </a:cubicBezTo>
                  <a:cubicBezTo>
                    <a:pt x="795" y="1"/>
                    <a:pt x="774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7" name="Google Shape;717;p22"/>
          <p:cNvSpPr txBox="1"/>
          <p:nvPr/>
        </p:nvSpPr>
        <p:spPr>
          <a:xfrm>
            <a:off x="1374750" y="10180608"/>
            <a:ext cx="48105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December 24, 2021</a:t>
            </a:r>
            <a:endParaRPr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4"/>
          <p:cNvSpPr txBox="1">
            <a:spLocks noGrp="1"/>
          </p:cNvSpPr>
          <p:nvPr>
            <p:ph type="title"/>
          </p:nvPr>
        </p:nvSpPr>
        <p:spPr>
          <a:xfrm>
            <a:off x="732750" y="2159758"/>
            <a:ext cx="6311400" cy="20572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/>
              <a:t>Problem </a:t>
            </a:r>
            <a:r>
              <a:rPr lang="en-US" b="1" dirty="0" smtClean="0"/>
              <a:t>Statement: </a:t>
            </a:r>
            <a:br>
              <a:rPr lang="en-US" b="1" dirty="0" smtClean="0"/>
            </a:br>
            <a:r>
              <a:rPr lang="en-US" sz="3200" dirty="0" smtClean="0"/>
              <a:t>Difficulty </a:t>
            </a:r>
            <a:r>
              <a:rPr lang="en-US" sz="3200" dirty="0"/>
              <a:t>in recognizing handwritten text from images.</a:t>
            </a:r>
            <a:endParaRPr sz="3200" dirty="0">
              <a:solidFill>
                <a:schemeClr val="dk2"/>
              </a:solidFill>
            </a:endParaRPr>
          </a:p>
        </p:txBody>
      </p:sp>
      <p:sp>
        <p:nvSpPr>
          <p:cNvPr id="745" name="Google Shape;745;p24"/>
          <p:cNvSpPr txBox="1"/>
          <p:nvPr/>
        </p:nvSpPr>
        <p:spPr>
          <a:xfrm>
            <a:off x="732750" y="410727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 smtClean="0">
                <a:solidFill>
                  <a:srgbClr val="191919"/>
                </a:solidFill>
                <a:latin typeface="Google Sans Display" panose="020B0503030502040203" pitchFamily="34" charset="0"/>
                <a:ea typeface="Parisienne"/>
                <a:cs typeface="Parisienne"/>
                <a:sym typeface="Parisienne"/>
              </a:rPr>
              <a:t>Introduction</a:t>
            </a:r>
            <a:endParaRPr sz="4200" dirty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  <p:sp>
        <p:nvSpPr>
          <p:cNvPr id="746" name="Google Shape;746;p24"/>
          <p:cNvSpPr txBox="1"/>
          <p:nvPr/>
        </p:nvSpPr>
        <p:spPr>
          <a:xfrm>
            <a:off x="544085" y="6562355"/>
            <a:ext cx="6311400" cy="1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>
              <a:buClr>
                <a:schemeClr val="dk1"/>
              </a:buClr>
              <a:buSzPts val="1400"/>
            </a:pPr>
            <a:r>
              <a:rPr lang="en-US" sz="3200" dirty="0">
                <a:latin typeface="Google Sans Display" panose="020B0503030502040203" pitchFamily="34" charset="0"/>
              </a:rPr>
              <a:t>Develop a system to accurately segment and recognize handwritten text.</a:t>
            </a:r>
            <a:endParaRPr sz="3200" dirty="0">
              <a:solidFill>
                <a:schemeClr val="dk1"/>
              </a:solidFill>
              <a:latin typeface="Google Sans Display" panose="020B0503030502040203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22" name="Google Shape;745;p24"/>
          <p:cNvSpPr txBox="1"/>
          <p:nvPr/>
        </p:nvSpPr>
        <p:spPr>
          <a:xfrm>
            <a:off x="885150" y="5867952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 smtClean="0">
                <a:solidFill>
                  <a:srgbClr val="191919"/>
                </a:solidFill>
                <a:latin typeface="Google Sans Display" panose="020B0503030502040203" pitchFamily="34" charset="0"/>
                <a:ea typeface="Parisienne"/>
                <a:cs typeface="Parisienne"/>
                <a:sym typeface="Parisienne"/>
              </a:rPr>
              <a:t>Project Goal:</a:t>
            </a:r>
            <a:endParaRPr sz="4200" dirty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4"/>
          <p:cNvSpPr txBox="1">
            <a:spLocks noGrp="1"/>
          </p:cNvSpPr>
          <p:nvPr>
            <p:ph type="title"/>
          </p:nvPr>
        </p:nvSpPr>
        <p:spPr>
          <a:xfrm>
            <a:off x="732750" y="2077872"/>
            <a:ext cx="6311400" cy="20572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/>
              <a:t>Core Objective:</a:t>
            </a:r>
            <a:r>
              <a:rPr lang="en-US" dirty="0"/>
              <a:t> Extract text from segmented images.</a:t>
            </a:r>
            <a:endParaRPr sz="3200" dirty="0">
              <a:solidFill>
                <a:schemeClr val="dk2"/>
              </a:solidFill>
            </a:endParaRPr>
          </a:p>
        </p:txBody>
      </p:sp>
      <p:sp>
        <p:nvSpPr>
          <p:cNvPr id="746" name="Google Shape;746;p24"/>
          <p:cNvSpPr txBox="1"/>
          <p:nvPr/>
        </p:nvSpPr>
        <p:spPr>
          <a:xfrm>
            <a:off x="612324" y="4815442"/>
            <a:ext cx="6311400" cy="1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>
              <a:buClr>
                <a:schemeClr val="dk1"/>
              </a:buClr>
              <a:buSzPts val="1400"/>
            </a:pPr>
            <a:r>
              <a:rPr lang="en-US" sz="3200" b="1" dirty="0">
                <a:latin typeface="Google Sans Display" panose="020B0503030502040203" pitchFamily="34" charset="0"/>
              </a:rPr>
              <a:t>Challenges:</a:t>
            </a:r>
            <a:r>
              <a:rPr lang="en-US" sz="3200" dirty="0">
                <a:latin typeface="Google Sans Display" panose="020B0503030502040203" pitchFamily="34" charset="0"/>
              </a:rPr>
              <a:t> Handwriting variability, image quality, and computational complexity.</a:t>
            </a:r>
            <a:endParaRPr sz="3200" dirty="0">
              <a:solidFill>
                <a:schemeClr val="dk1"/>
              </a:solidFill>
              <a:latin typeface="Google Sans Display" panose="020B0503030502040203" pitchFamily="34" charset="0"/>
              <a:ea typeface="Albert Sans"/>
              <a:cs typeface="Albert Sans"/>
              <a:sym typeface="Albert Sans"/>
            </a:endParaRPr>
          </a:p>
        </p:txBody>
      </p:sp>
      <p:sp>
        <p:nvSpPr>
          <p:cNvPr id="5" name="Google Shape;745;p24"/>
          <p:cNvSpPr txBox="1"/>
          <p:nvPr/>
        </p:nvSpPr>
        <p:spPr>
          <a:xfrm>
            <a:off x="732750" y="410727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 smtClean="0">
                <a:solidFill>
                  <a:srgbClr val="191919"/>
                </a:solidFill>
                <a:latin typeface="Google Sans Display" panose="020B0503030502040203" pitchFamily="34" charset="0"/>
                <a:ea typeface="Parisienne"/>
                <a:cs typeface="Parisienne"/>
                <a:sym typeface="Parisienne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6879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4"/>
          <p:cNvSpPr txBox="1">
            <a:spLocks noGrp="1"/>
          </p:cNvSpPr>
          <p:nvPr>
            <p:ph type="title"/>
          </p:nvPr>
        </p:nvSpPr>
        <p:spPr>
          <a:xfrm>
            <a:off x="732750" y="2077872"/>
            <a:ext cx="6311400" cy="20572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 smtClean="0"/>
              <a:t>Duration: 3 months</a:t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Effort: Around 60 hours of dedicated work</a:t>
            </a:r>
            <a:endParaRPr sz="3200" dirty="0">
              <a:solidFill>
                <a:schemeClr val="dk2"/>
              </a:solidFill>
            </a:endParaRPr>
          </a:p>
        </p:txBody>
      </p:sp>
      <p:sp>
        <p:nvSpPr>
          <p:cNvPr id="5" name="Google Shape;745;p24"/>
          <p:cNvSpPr txBox="1"/>
          <p:nvPr/>
        </p:nvSpPr>
        <p:spPr>
          <a:xfrm>
            <a:off x="732750" y="410727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 smtClean="0">
                <a:solidFill>
                  <a:srgbClr val="191919"/>
                </a:solidFill>
                <a:latin typeface="Google Sans Display" panose="020B0503030502040203" pitchFamily="34" charset="0"/>
                <a:ea typeface="Parisienne"/>
                <a:cs typeface="Parisienne"/>
                <a:sym typeface="Parisienne"/>
              </a:rPr>
              <a:t>Time Investment</a:t>
            </a:r>
          </a:p>
        </p:txBody>
      </p:sp>
    </p:spTree>
    <p:extLst>
      <p:ext uri="{BB962C8B-B14F-4D97-AF65-F5344CB8AC3E}">
        <p14:creationId xmlns:p14="http://schemas.microsoft.com/office/powerpoint/2010/main" val="83652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5;p24"/>
          <p:cNvSpPr txBox="1"/>
          <p:nvPr/>
        </p:nvSpPr>
        <p:spPr>
          <a:xfrm>
            <a:off x="800989" y="615439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4400" dirty="0">
                <a:latin typeface="Google Sans Display" panose="020B0503030502040203" pitchFamily="34" charset="0"/>
              </a:rPr>
              <a:t>Development Phases and Challenges</a:t>
            </a:r>
            <a:endParaRPr lang="en" sz="4200" dirty="0" smtClean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72024" y="1895362"/>
            <a:ext cx="6987652" cy="895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Initial Setup and Basic Image Processing: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Grayscale conversion and binary thresholding.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Challenge: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Handling different image qualities.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Enhanced Image Processing and Testing: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Contrast enhancement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Challenge: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Poor contrast in initial images.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Advanced Processing Techniques: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Histogram equalization, erosion, and morphological operations.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Challenge: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Low contrast and noise.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Comprehensive Methodological Overhaul: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Multiple new strategies for contrast enhancement and adaptive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thresholding.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Challenge: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Complex processing requirements and computational overhead.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Integration of Feedback and Refinement: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Fine-tuning to remove paper lines and background noise.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Challenge: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Persistent artifacts.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Finalization and Model Integration: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Refined segmentation process.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Challenge: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Achieving high accuracy in text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Display" panose="020B050303050204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36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5;p24"/>
          <p:cNvSpPr txBox="1"/>
          <p:nvPr/>
        </p:nvSpPr>
        <p:spPr>
          <a:xfrm>
            <a:off x="800989" y="615439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4400" dirty="0">
                <a:latin typeface="Google Sans Display" panose="020B0503030502040203" pitchFamily="34" charset="0"/>
              </a:rPr>
              <a:t>Segmentation Quality and File Organization</a:t>
            </a:r>
            <a:endParaRPr lang="en" sz="4200" dirty="0" smtClean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00989" y="2090470"/>
            <a:ext cx="6635879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Segmentation Performance: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Effective for most images, but struggles with extremely poor contrast.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File and Model Integration: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Segmented images saved in "</a:t>
            </a:r>
            <a:r>
              <a:rPr kumimoji="0" lang="en-US" alt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Seg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Imgs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" folder.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Local model (</a:t>
            </a:r>
            <a:r>
              <a:rPr kumimoji="0" lang="en-US" alt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network.mat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) for offline processing.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Online model (</a:t>
            </a:r>
            <a:r>
              <a:rPr kumimoji="0" lang="en-US" alt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VisionEncoderDecoderModel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) for cloud-based processing.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Challenge: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Current models have suboptimal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Display" panose="020B050303050204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52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5;p24"/>
          <p:cNvSpPr txBox="1"/>
          <p:nvPr/>
        </p:nvSpPr>
        <p:spPr>
          <a:xfrm>
            <a:off x="800989" y="615439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4400" dirty="0">
                <a:latin typeface="Google Sans Display" panose="020B0503030502040203" pitchFamily="34" charset="0"/>
              </a:rPr>
              <a:t>Research and Resources</a:t>
            </a:r>
            <a:endParaRPr lang="en" sz="4200" dirty="0" smtClean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00989" y="2338660"/>
            <a:ext cx="663090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Academic Courses and Presentations: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Theoretical insights.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ChatGPT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and Gemini: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Quick queries and coding tips.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YouTube and </a:t>
            </a:r>
            <a:r>
              <a:rPr kumimoji="0" lang="en-US" altLang="en-US" sz="3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MathWorks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Practical tutorials and code examples.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GitHub: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 Exploring existing projects and community solutions. </a:t>
            </a:r>
          </a:p>
        </p:txBody>
      </p:sp>
    </p:spTree>
    <p:extLst>
      <p:ext uri="{BB962C8B-B14F-4D97-AF65-F5344CB8AC3E}">
        <p14:creationId xmlns:p14="http://schemas.microsoft.com/office/powerpoint/2010/main" val="333043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5;p24"/>
          <p:cNvSpPr txBox="1"/>
          <p:nvPr/>
        </p:nvSpPr>
        <p:spPr>
          <a:xfrm>
            <a:off x="800989" y="615439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4400" dirty="0">
                <a:latin typeface="Google Sans Display" panose="020B0503030502040203" pitchFamily="34" charset="0"/>
              </a:rPr>
              <a:t>Challenges and Incompleteness</a:t>
            </a:r>
            <a:endParaRPr lang="en" sz="4200" dirty="0" smtClean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1445" y="1649190"/>
            <a:ext cx="691823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Display" panose="020B050303050204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Incomplete system due to suboptimal model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Unresolved challenges: paper line removal and high accuracy text recognition. </a:t>
            </a:r>
          </a:p>
        </p:txBody>
      </p:sp>
    </p:spTree>
    <p:extLst>
      <p:ext uri="{BB962C8B-B14F-4D97-AF65-F5344CB8AC3E}">
        <p14:creationId xmlns:p14="http://schemas.microsoft.com/office/powerpoint/2010/main" val="604617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5;p24"/>
          <p:cNvSpPr txBox="1"/>
          <p:nvPr/>
        </p:nvSpPr>
        <p:spPr>
          <a:xfrm>
            <a:off x="800989" y="615439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4400" dirty="0">
                <a:latin typeface="Google Sans Display" panose="020B0503030502040203" pitchFamily="34" charset="0"/>
              </a:rPr>
              <a:t>Future Recommendations</a:t>
            </a:r>
            <a:endParaRPr lang="en" sz="4200" dirty="0" smtClean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90385" y="1892325"/>
            <a:ext cx="676929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Display" panose="020B050303050204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Model development: Continued exploration and refinement.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Data resource expansion: More diverse and extensive training datasets.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Expert and community engagement: Seek guidance and collaboration. </a:t>
            </a:r>
          </a:p>
        </p:txBody>
      </p:sp>
    </p:spTree>
    <p:extLst>
      <p:ext uri="{BB962C8B-B14F-4D97-AF65-F5344CB8AC3E}">
        <p14:creationId xmlns:p14="http://schemas.microsoft.com/office/powerpoint/2010/main" val="170326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5;p24"/>
          <p:cNvSpPr txBox="1"/>
          <p:nvPr/>
        </p:nvSpPr>
        <p:spPr>
          <a:xfrm>
            <a:off x="800989" y="615439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4400" dirty="0" smtClean="0">
                <a:latin typeface="Google Sans Display" panose="020B0503030502040203" pitchFamily="34" charset="0"/>
              </a:rPr>
              <a:t>Model Implementation</a:t>
            </a:r>
            <a:endParaRPr lang="en" sz="4200" dirty="0" smtClean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00989" y="1601171"/>
            <a:ext cx="67692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Used these models: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48" y="3120962"/>
            <a:ext cx="7576524" cy="547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7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5;p24"/>
          <p:cNvSpPr txBox="1"/>
          <p:nvPr/>
        </p:nvSpPr>
        <p:spPr>
          <a:xfrm>
            <a:off x="800989" y="615439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4400" dirty="0" smtClean="0">
                <a:latin typeface="Google Sans Display" panose="020B0503030502040203" pitchFamily="34" charset="0"/>
              </a:rPr>
              <a:t>Model Implementation</a:t>
            </a:r>
            <a:endParaRPr lang="en" sz="4200" dirty="0" smtClean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00989" y="2279515"/>
            <a:ext cx="6473268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ChatGPT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98%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600" dirty="0">
              <a:solidFill>
                <a:schemeClr val="tx1"/>
              </a:solidFill>
              <a:latin typeface="Google Sans Display" panose="020B050303050204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Gemini: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 smtClean="0">
                <a:solidFill>
                  <a:schemeClr val="tx1"/>
                </a:solidFill>
                <a:latin typeface="Google Sans Display" panose="020B0503030502040203" pitchFamily="34" charset="0"/>
              </a:rPr>
              <a:t>80%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Display" panose="020B050303050204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Microsoft Copilot: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 smtClean="0">
                <a:solidFill>
                  <a:schemeClr val="tx1"/>
                </a:solidFill>
                <a:latin typeface="Google Sans Display" panose="020B0503030502040203" pitchFamily="34" charset="0"/>
              </a:rPr>
              <a:t>Finds text images too sensitive</a:t>
            </a:r>
            <a:br>
              <a:rPr lang="en-US" altLang="en-US" sz="3600" dirty="0" smtClean="0">
                <a:solidFill>
                  <a:schemeClr val="tx1"/>
                </a:solidFill>
                <a:latin typeface="Google Sans Display" panose="020B0503030502040203" pitchFamily="34" charset="0"/>
              </a:rPr>
            </a:br>
            <a:r>
              <a:rPr lang="en-US" altLang="en-US" sz="3600" dirty="0" smtClean="0">
                <a:solidFill>
                  <a:schemeClr val="tx1"/>
                </a:solidFill>
                <a:latin typeface="Google Sans Display" panose="020B0503030502040203" pitchFamily="34" charset="0"/>
              </a:rPr>
              <a:t/>
            </a:r>
            <a:br>
              <a:rPr lang="en-US" altLang="en-US" sz="3600" dirty="0" smtClean="0">
                <a:solidFill>
                  <a:schemeClr val="tx1"/>
                </a:solidFill>
                <a:latin typeface="Google Sans Display" panose="020B0503030502040203" pitchFamily="34" charset="0"/>
              </a:rPr>
            </a:br>
            <a:r>
              <a:rPr lang="en-US" altLang="en-US" sz="3600" dirty="0" smtClean="0">
                <a:solidFill>
                  <a:schemeClr val="tx1"/>
                </a:solidFill>
                <a:latin typeface="Google Sans Display" panose="020B0503030502040203" pitchFamily="34" charset="0"/>
              </a:rPr>
              <a:t>Aria AI: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90%</a:t>
            </a:r>
          </a:p>
        </p:txBody>
      </p:sp>
    </p:spTree>
    <p:extLst>
      <p:ext uri="{BB962C8B-B14F-4D97-AF65-F5344CB8AC3E}">
        <p14:creationId xmlns:p14="http://schemas.microsoft.com/office/powerpoint/2010/main" val="114464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5;p24"/>
          <p:cNvSpPr txBox="1"/>
          <p:nvPr/>
        </p:nvSpPr>
        <p:spPr>
          <a:xfrm>
            <a:off x="800989" y="615439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4400" dirty="0" smtClean="0">
                <a:latin typeface="Google Sans Display" panose="020B0503030502040203" pitchFamily="34" charset="0"/>
              </a:rPr>
              <a:t>Final Learning Moment</a:t>
            </a:r>
            <a:endParaRPr lang="en" sz="4200" dirty="0" smtClean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00989" y="2279515"/>
            <a:ext cx="6473268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600" dirty="0">
                <a:solidFill>
                  <a:schemeClr val="tx1"/>
                </a:solidFill>
                <a:latin typeface="Google Sans Display" panose="020B0503030502040203" pitchFamily="34" charset="0"/>
              </a:rPr>
              <a:t>Complexity is the enemy of maintainability</a:t>
            </a:r>
            <a:r>
              <a:rPr lang="en-US" altLang="en-US" sz="3600" dirty="0" smtClean="0">
                <a:solidFill>
                  <a:schemeClr val="tx1"/>
                </a:solidFill>
                <a:latin typeface="Google Sans Display" panose="020B0503030502040203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600" dirty="0">
              <a:solidFill>
                <a:schemeClr val="tx1"/>
              </a:solidFill>
              <a:latin typeface="Google Sans Display" panose="020B050303050204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600" dirty="0" smtClean="0">
              <a:solidFill>
                <a:schemeClr val="tx1"/>
              </a:solidFill>
              <a:latin typeface="Google Sans Display" panose="020B050303050204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600" dirty="0">
              <a:solidFill>
                <a:schemeClr val="tx1"/>
              </a:solidFill>
              <a:latin typeface="Google Sans Display" panose="020B050303050204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600" dirty="0" smtClean="0">
                <a:solidFill>
                  <a:schemeClr val="tx1"/>
                </a:solidFill>
                <a:latin typeface="Google Sans Display" panose="020B0503030502040203" pitchFamily="34" charset="0"/>
              </a:rPr>
              <a:t>If </a:t>
            </a:r>
            <a:r>
              <a:rPr lang="en-US" altLang="en-US" sz="3600" dirty="0">
                <a:solidFill>
                  <a:schemeClr val="tx1"/>
                </a:solidFill>
                <a:latin typeface="Google Sans Display" panose="020B0503030502040203" pitchFamily="34" charset="0"/>
              </a:rPr>
              <a:t>you can't explain it to a six-year-old, you don't understand it </a:t>
            </a:r>
            <a:r>
              <a:rPr lang="en-US" altLang="en-US" sz="3600" dirty="0" smtClean="0">
                <a:solidFill>
                  <a:schemeClr val="tx1"/>
                </a:solidFill>
                <a:latin typeface="Google Sans Display" panose="020B0503030502040203" pitchFamily="34" charset="0"/>
              </a:rPr>
              <a:t>yourself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600" dirty="0" smtClean="0">
              <a:solidFill>
                <a:schemeClr val="tx1"/>
              </a:solidFill>
              <a:latin typeface="Google Sans Display" panose="020B050303050204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3600" dirty="0" smtClean="0">
              <a:solidFill>
                <a:schemeClr val="tx1"/>
              </a:solidFill>
              <a:latin typeface="Google Sans Display" panose="020B050303050204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Display" panose="020B0503030502040203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600" b="1" dirty="0" smtClean="0">
                <a:solidFill>
                  <a:schemeClr val="tx1"/>
                </a:solidFill>
                <a:latin typeface="Google Sans Display" panose="020B0503030502040203" pitchFamily="34" charset="0"/>
              </a:rPr>
              <a:t>*Final Codes are only around 150 lines long*</a:t>
            </a:r>
            <a:endParaRPr kumimoji="0" lang="en-US" altLang="en-US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Display" panose="020B050303050204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04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5;p24"/>
          <p:cNvSpPr txBox="1"/>
          <p:nvPr/>
        </p:nvSpPr>
        <p:spPr>
          <a:xfrm>
            <a:off x="800989" y="615439"/>
            <a:ext cx="63114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4400" dirty="0">
                <a:latin typeface="Google Sans Display" panose="020B0503030502040203" pitchFamily="34" charset="0"/>
              </a:rPr>
              <a:t>Conclusion</a:t>
            </a:r>
            <a:endParaRPr lang="en" sz="4200" dirty="0" smtClean="0">
              <a:solidFill>
                <a:srgbClr val="191919"/>
              </a:solidFill>
              <a:latin typeface="Google Sans Display" panose="020B0503030502040203" pitchFamily="34" charset="0"/>
              <a:ea typeface="Parisienne"/>
              <a:cs typeface="Parisienne"/>
              <a:sym typeface="Parisienne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00989" y="861218"/>
            <a:ext cx="6758686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Display" panose="020B050303050204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Significant research and development to create a robust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Display" panose="020B050303050204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Strong foundation for future enhancements.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Display" panose="020B050303050204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Display" panose="020B0503030502040203" pitchFamily="34" charset="0"/>
              </a:rPr>
              <a:t>Clear pathways for ongoing research and development. </a:t>
            </a:r>
          </a:p>
        </p:txBody>
      </p:sp>
    </p:spTree>
    <p:extLst>
      <p:ext uri="{BB962C8B-B14F-4D97-AF65-F5344CB8AC3E}">
        <p14:creationId xmlns:p14="http://schemas.microsoft.com/office/powerpoint/2010/main" val="120741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riting Activities for High School to Celebrate Handwriting Day by Slidesgo">
  <a:themeElements>
    <a:clrScheme name="Simple Light">
      <a:dk1>
        <a:srgbClr val="201A4E"/>
      </a:dk1>
      <a:lt1>
        <a:srgbClr val="FEFBF7"/>
      </a:lt1>
      <a:dk2>
        <a:srgbClr val="940303"/>
      </a:dk2>
      <a:lt2>
        <a:srgbClr val="E28320"/>
      </a:lt2>
      <a:accent1>
        <a:srgbClr val="BDCDDB"/>
      </a:accent1>
      <a:accent2>
        <a:srgbClr val="6B91B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1A4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449</Words>
  <Application>Microsoft Office PowerPoint</Application>
  <PresentationFormat>Custom</PresentationFormat>
  <Paragraphs>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Google Sans Display</vt:lpstr>
      <vt:lpstr>Google Sans Display Medium</vt:lpstr>
      <vt:lpstr>Albert Sans</vt:lpstr>
      <vt:lpstr>Parisienne</vt:lpstr>
      <vt:lpstr>Arial</vt:lpstr>
      <vt:lpstr>Writing Activities for High School to Celebrate Handwriting Day by Slidesgo</vt:lpstr>
      <vt:lpstr>Handwritten Text Recognition A Comprehensive Approach</vt:lpstr>
      <vt:lpstr>Problem Statement:  Difficulty in recognizing handwritten text from images.</vt:lpstr>
      <vt:lpstr>Core Objective: Extract text from segmented images.</vt:lpstr>
      <vt:lpstr>Duration: 3 months  Effort: Around 60 hours of dedicated 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Text Recognition A Comprehensive Approach</dc:title>
  <dc:creator>Umer Amir</dc:creator>
  <cp:lastModifiedBy>Umer Amir</cp:lastModifiedBy>
  <cp:revision>15</cp:revision>
  <dcterms:modified xsi:type="dcterms:W3CDTF">2025-06-14T21:20:55Z</dcterms:modified>
</cp:coreProperties>
</file>